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ESCAP REGTECH AI HACKATHON 2026 · RDTII 2.1 · PILLARS 6 &amp;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ClauseChain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proof for every exported legal row.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56616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39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zAI BD — BANGLADESH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Naser Md. Nafew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Lead, Full-stack &amp; AI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INSAFUL RAHMAN TUSAR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Independent Legal Consultant, Legal Review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Punam Chowdhury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SANIUL BASIR SAZ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Engineer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BORSHA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UI/UX Designer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35661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16395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794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ROUND-1 SCOPE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41605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· Malaysia · Australia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Cross-border data flows — I1…I5 (incl. treaty-evidenced 6.5)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Domestic data governance — I1…I5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crawl → extract → map → verify → human sign-off → CSV/JSON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50876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legal-evidence engine that turns official statute portals, gazette PDFs and treaty texts into RDTII 2.1 indicator evidence — every row carrying a byte-exact verbatim snippet, pinpoint citation, archived source and a verification receipt.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0720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evidence collection is manual, slow and fragile: scattered portals, anti-bot walls, scanned gazettes, bilingual statutes, dead links, and citation errors that are expensive for lawyers to catch.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8736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406908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 extractors (HTML / PDF / EPUB / OCR) → statute-structure RuleUnit graph (SQLite / Neo4j) → hybrid retrieval (exact-phrase + BM25 + dense) → LLM mapping with rubric-as-code → 9 deterministic gates → adversarial refuter → named human review → deterministic replay.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367528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P6 &amp; P7 FIT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5349240"/>
            <a:ext cx="89611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encoded as data (YAML), not code: indicator polarity, 0.5 tiers, the 7.5 court-order test, and 6.5 treaty evidence all flow through one generic pipeline — the same design that scales to the 8 finals economies.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8016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lives across statute portals, regulator PDFs, gazettes and treaty registers — each with its own markup, structure and access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0" name="Shape 8"/>
          <p:cNvSpPr/>
          <p:nvPr/>
        </p:nvSpPr>
        <p:spPr>
          <a:xfrm>
            <a:off x="6373368" y="1664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5910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acquisition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03720" y="1938528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CloudFront/Akamai anti-bot walls, geo-blocks and TLS fingerprinting; links in official inventories die (we found dead links in the provided inventory itself).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documents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8016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gazettes need OCR; consolidated acts exceed 600 pages; Malaysia publishes bilingual text ("Seksyen 12A"); treaties use Article grammar.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3368" y="338328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precision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0372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that stops mid-clause, a repealed act cited as current, or a wrong pinpoint costs real credibility — lawyers must verify in seconds, not hours.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traps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28016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7.1/7.2 score the ABSENCE of frameworks; 7.5 turns on a court-order test; 6.4-vs-6.1 hinges on condition-vs-ban — keyword matching gets these wrong.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373368" y="510235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31" name="Text 29"/>
          <p:cNvSpPr/>
          <p:nvPr/>
        </p:nvSpPr>
        <p:spPr>
          <a:xfrm>
            <a:off x="637336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absence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903720" y="5376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provision found" is a claim about the whole corpus — it must be backed by a search-coverage manifest, not silence.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CLAUSECHAIN IS DESIGNED TO ACCOMPLISH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554480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official portals and the ESCAP legal inventory; acquire, archive and hash every source; discover provision-level NEW evidence beyond the sample kit — the 20-point lever.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724912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1635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extraction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2816352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statutes into their real structure (Part → section → subsection), never fixed-size chunks; OCR scanned gazettes with CER &lt; 5%; keep original-language verbatim text.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86784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86784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7822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mapping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4078224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provisions to P6-I1…P7-I5 with rubric-as-code + LLM reasoning, then force every row through 9 deterministic gates before it may exist in the output.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11064240" cy="1115568"/>
          </a:xfrm>
          <a:prstGeom prst="roundRect">
            <a:avLst>
              <a:gd name="adj" fmla="val 6557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248656"/>
            <a:ext cx="0" cy="0"/>
          </a:xfrm>
          <a:prstGeom prst="rect">
            <a:avLst/>
          </a:prstGeom>
          <a:solidFill>
            <a:srgbClr val="EDF5F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40096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5340096"/>
            <a:ext cx="7589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Role-separated named review (citation vs mapping), append-only decision receipts, and a deterministic replay that regenerates the final CSV/JSON from approvals alone.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FLOW, SOURCE TO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4548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80360" y="148132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48132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lom.agc · legislation.gov.au · gazettes · MITI/ESG treaty registers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81328" y="2194560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59152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1D6F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591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2359152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2" name="Text 10"/>
          <p:cNvSpPr/>
          <p:nvPr/>
        </p:nvSpPr>
        <p:spPr>
          <a:xfrm>
            <a:off x="3108960" y="235915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pipeline · politeness + Playwright anti-bot fallback · archive + SHA-256 · reconciliation 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81328" y="3072384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36976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9E8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36976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80360" y="3236976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3236976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Format-based: anchored HTML · statute PDF · EPUB oracle · OCR VM · grammar profiles (treaty / Malay)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81328" y="3950208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1480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1480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80360" y="4114800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4114800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RuleUnit store (SQLite default, Neo4j opt-in) · FTS5 + embeddings · cross-references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81328" y="4828032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992624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D9A44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92624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&amp; GATE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80360" y="4992624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4992624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→ LLM screen/map (nano→mini escalation) → gates G1–G9 → NEW/KNOWN diff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81328" y="5705856"/>
            <a:ext cx="274320" cy="164592"/>
          </a:xfrm>
          <a:prstGeom prst="downArrow">
            <a:avLst/>
          </a:prstGeom>
          <a:solidFill>
            <a:srgbClr val="B8C6D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87044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0F2A4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870448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SHIP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880360" y="5870448"/>
            <a:ext cx="8732520" cy="713232"/>
          </a:xfrm>
          <a:prstGeom prst="roundRect">
            <a:avLst>
              <a:gd name="adj" fmla="val 10256"/>
            </a:avLst>
          </a:prstGeom>
          <a:solidFill>
            <a:srgbClr val="EDF5FC"/>
          </a:solidFill>
          <a:ln/>
        </p:spPr>
      </p:sp>
      <p:sp>
        <p:nvSpPr>
          <p:cNvPr id="32" name="Text 30"/>
          <p:cNvSpPr/>
          <p:nvPr/>
        </p:nvSpPr>
        <p:spPr>
          <a:xfrm>
            <a:off x="3108960" y="5870448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refuter · named human review · zone-3 noise audit · replay → CSV/JSON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FRAMEWORKS, LICENSING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Solution &amp; Innovative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LICENSING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Python 3.12 (PSF), httpx/pydantic/numpy (BSD/MIT), pymupdf (AGPL, unmodified library use)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SQLite + FTS5 (public domain) default · Neo4j Community (GPLv3) optional via GRAPH_BACKEND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profile-swappable via models.yaml: cloud GPT nano/mini tiers (operator key) or local Ollama; BGE-M3 embeddings (MIT); local OCR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— Django + DRF (BSD), Next.js/React (MIT), PostgreSQL (PostgreSQL licence)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— systemd + nginx on plain Linux; no proprietary services required; Path A runs fully offline from a clean clone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846320"/>
          </a:xfrm>
          <a:prstGeom prst="roundRect">
            <a:avLst>
              <a:gd name="adj" fmla="val 1509"/>
            </a:avLst>
          </a:prstGeom>
          <a:solidFill>
            <a:srgbClr val="F3FB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chain, not just answers — every row: archived bytes + SHA-256 + span-level citation proof + gate results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Rubric-as-code — indicator polarity, 0.5 tiers, exclusions and treaty scoping live in YAML data, never in code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 — dead links become ACQUISITION_UNRESOLVED facts that BLOCK absence conclusions (network failure is never legal absence)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fingerprints — source sha + extractor version + grammar profile gate every cache reuse; parser changes force re-extraction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Gold-audit tripwire — we detected planted errors in the provided Malaysia gold data and filed corrections with receipts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= STATUTE STRUCTURE, NEVER FIXED WINDOWS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Logic I — Discover, Extract,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data/seeds.json (ESCAP inventory + deep-research deltas) drives acquisition. Each build reconciles the manifest: cached-ok is never refetched, new rows are fetched, failures are recorded — and declared expectations (e.g. "Art. 14.11 must parse") fail the build closed if the wrong document came 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are organized by FILE FORMAT, not country: anchored-HTML (SSO print view, incl. subsidiary legislation), statute-PDF with named grammar profiles (Commonwealth "s. 12(1)", treaty "Art. 14.11", Malay "Seksyen 12A"), EPUB structure oracle aligned to the authorised PDF, OCR for scanned gazettes.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retrieval and citation is the RuleUnit: one provision at subsection depth (id, article path, verbatim text, parent-section context, page/anchor location, modality components). No sliding windows — a citation can always name its exact clause.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→ Section → Provision nodes with CROSS_REFERENCES / AMENDS edges in a swappable GraphStore (SQLite judged path; Neo4j demo). Every provision carries legal status evidence, eligibility, source-artifact hash and processing fingerprint.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· RUBRIC-AS-CODE MAPPING · 9 GATES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Logic II — Retrieve, Map, Verify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49047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legs, unioned broad-recall (never top-k): deterministic exact-phrase/defined-term scan, BM25 full-text (FTS5), dense cosine (cached embeddings). Master-known anchors are INJECTED into the candidate set so gold recall never depends on ranking. Source-type allowlists scope evidence classes per indicator (P6-I5 = treaties only) before any cap; every truncation is recorded.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277063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screen (bulk tier) → mapping (high tier) with the indicator brief generated from YAML: legal test, polarity rule (absence-scored 7.1/7.2/6.5), exclusions, official scoring criteria. Low-confidence and ban-vs-condition ambiguity escalate to a stronger model; every rationale is stored.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6908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G1–G9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405079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fail-closed, run on the FINAL exported text: G1 snippet is byte-exact in the archived source · G2 location · G3 official-domain authority · G4 currentness/status · G5 whole-rule · G6 rationale support · G7 indicator fit · G8 dangling references · G9 span-closure review flag.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64240" cy="1133856"/>
          </a:xfrm>
          <a:prstGeom prst="roundRect">
            <a:avLst>
              <a:gd name="adj" fmla="val 6452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349240"/>
            <a:ext cx="21945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08960" y="5330952"/>
            <a:ext cx="8321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is surfaced, not hidden: adversarial refuter attacks every NEW row; absence rows ship a search-coverage manifest and are blocked while any configured acquisition is unresolved; zone-3 scores get a multi-persona noise audit with Krippendorff’s α and a master-gold tripwire.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LOGGED, REPRODUCIBLE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Performance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53,969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in the judged corpus (SG 10,494 · MY 3,688 · AU 39,787)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38728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 on every row — snippet exactness is enforced by construction, not sampled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45936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provision-level NEW findings discovered beyond the sample kit in the final sweep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46304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9107424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53144" y="24231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green, incl. builder-level integration and champion-contract suites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2560320"/>
          </a:xfrm>
          <a:prstGeom prst="roundRect">
            <a:avLst>
              <a:gd name="adj" fmla="val 2857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24528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fidelity — G1 verifies each exported snippet byte-exact against the archived official copy; alignment proofs bind PDF page spans. Zero-tolerance: a row that fails any gate cannot be exported.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Master-gold recall — every master-known anchor is tracked per run; misses are adjudicated into REAL_MISS / GOLD_WRONG / CORRECT_ABSTENTION with receipts (we filed corrections to the provided gold where its own citations were wrong).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quality — scanned-gazette path measured by character error rate (target &lt; 5%), with per-page confidence and citation-token disagreement flags carried into review.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speed — logs/cost_report.json meters every call; one economy-pillar run ≈ 7–15 min on the accuracy profile; embeddings cached, unchanged documents restamped, LLM spend only on changed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JUDGES WILL SEE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&amp; Preview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82496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1454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One command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536192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run.py --economy Singapore --pillar 6 — clean clone, offline Path A, no keys. The same engine the web console triggers.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07792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E9E8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07792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Live web console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2761488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Admin-gated Runs screen starts a real sweep; Review screen walks findings with source context, gate results and refuter verdicts; decisions are written with named, role-separated reviewers.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133088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33088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Scanned-PDF path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3986784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≤10-min recording processes a scanned gazette end-to-end: OCR → RuleUnits → mapped finding with page-anchored citation proof.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358384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58384"/>
            <a:ext cx="2286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Replay &amp; receipts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5212080"/>
            <a:ext cx="8138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submission_replay.py regenerates the final CSV/JSON purely from approvals; every bundle is content-hashed so the artifact is reproducible on the judges’ machine.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TWO ENTRY POINTS: CLI AND 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Judge-Facing Console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5550408" cy="3227832"/>
          </a:xfrm>
          <a:prstGeom prst="roundRect">
            <a:avLst>
              <a:gd name="adj" fmla="val 1700"/>
            </a:avLst>
          </a:prstGeom>
          <a:solidFill>
            <a:srgbClr val="E3EBF3"/>
          </a:solidFill>
          <a:ln/>
        </p:spPr>
      </p:sp>
      <p:pic>
        <p:nvPicPr>
          <p:cNvPr id="5" name="Image 0" descr="/private/tmp/claude-501/-Users-nafew-Documents-Web-Projects-ClauseChain/00809bd9-8f8d-442e-95ce-81f2f310946c/scratchpad/d6r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4068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61772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dashboard — live run status, corpus counts, review queues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17336" y="1408176"/>
            <a:ext cx="5550408" cy="3227832"/>
          </a:xfrm>
          <a:prstGeom prst="roundRect">
            <a:avLst>
              <a:gd name="adj" fmla="val 1700"/>
            </a:avLst>
          </a:prstGeom>
          <a:solidFill>
            <a:srgbClr val="E3EBF3"/>
          </a:solidFill>
          <a:ln/>
        </p:spPr>
      </p:sp>
      <p:pic>
        <p:nvPicPr>
          <p:cNvPr id="8" name="Image 1" descr="/private/tmp/claude-501/-Users-nafew-Documents-Web-Projects-ClauseChain/00809bd9-8f8d-442e-95ce-81f2f310946c/scratchpad/review-desktop-1440-fin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440680" cy="3063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461772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screen — source context, gate results, refuter verdict, named role-separated sign-off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DF5FC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allowlisted engine behind both: </a:t>
            </a:r>
            <a:pPr indent="0" marL="0">
              <a:buNone/>
            </a:pPr>
            <a:r>
              <a:rPr lang="en-US" sz="12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console triggers runs through an admin-gated, argv-allowlisted worker (no shell), streams progress, and writes review decisions through the same sanctioned CLI the terminal uses — receipts either way.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ON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Competitive Advantage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Treaty-evidenced 6.5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P6-I5 rows cite the actual binding commitments (CPTPP Art. 14.11, DEPA Art. 4.3, RCEP Art. 12.15) parsed from official state registers through the same generic pipeline — no hand-curated rows anywhere.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DF6E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7276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7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 the gold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re-verifies the provided master data and caught its planted Malaysia errors — including citations to clauses that do not exist — filing corrections with evidence.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proven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Score-0 claims carry a search-coverage manifest; unresolved acquisitions (e.g. a geo-blocked treaty register) BLOCK the absence conclusion instead of faking it.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72200" y="3182112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2918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modelled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639312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Zone-3 scores ship a multi-persona noise audit (Krippendorff’s α) and a master-gold tripwire — a band with receipts, never a bare number.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Human-authoritative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reviewer ≠ mapping reviewer, enforced at write time; append-only receipts; the submission is replayable from decisions alone.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72200" y="490118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EDF5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50109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 the 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5358384"/>
            <a:ext cx="49834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code names a statute or a row: targets live in seeds/YAML data. The rerun that added treaties, Malay grammar and subsidiary legislation changed configuration, not engine logic.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OBSTACLES FROM THIS BUILD — EACH WITH A VERIFIABLE RECEIPT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Scenarios, Handled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609344"/>
          </a:xfrm>
          <a:prstGeom prst="roundRect">
            <a:avLst>
              <a:gd name="adj" fmla="val 4545"/>
            </a:avLst>
          </a:prstGeom>
          <a:solidFill>
            <a:srgbClr val="EDF5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81912"/>
            <a:ext cx="310896" cy="310896"/>
          </a:xfrm>
          <a:prstGeom prst="ellipse">
            <a:avLst/>
          </a:prstGeom>
          <a:solidFill>
            <a:srgbClr val="0E9E8E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" y="15361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Anti-bot &amp; geo walls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CloudFront rate-limits → polite backoff + real-browser fallback. Akamai TLS-fingerprinting on dfat.gov.au stayed blocked → recorded ACQUISITION_UNRESOLVED, which blocks the absence conclusion instead of faking "no treaty".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40680" cy="1609344"/>
          </a:xfrm>
          <a:prstGeom prst="roundRect">
            <a:avLst>
              <a:gd name="adj" fmla="val 4545"/>
            </a:avLst>
          </a:prstGeom>
          <a:solidFill>
            <a:srgbClr val="EDF5FC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581912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775704" y="15361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gold errors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89280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 sample data contains deliberate errors. Our audit caught them — including a master citation to "clause 4.11" of Act 709, which does not exist in the official text — and filed corrections with evidence.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440680" cy="1609344"/>
          </a:xfrm>
          <a:prstGeom prst="roundRect">
            <a:avLst>
              <a:gd name="adj" fmla="val 4545"/>
            </a:avLst>
          </a:prstGeom>
          <a:solidFill>
            <a:srgbClr val="ED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337560"/>
            <a:ext cx="310896" cy="310896"/>
          </a:xfrm>
          <a:prstGeom prst="ellipse">
            <a:avLst/>
          </a:prstGeom>
          <a:solidFill>
            <a:srgbClr val="14548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144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 documents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3648456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666-page consolidated compilations, multi-volume acts (TIA = 2 PDF volumes), tables-of-contents that poison naive parsers → EPUB structure oracle + monotonic section filter + span-exact PDF alignment.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172200" y="3172968"/>
            <a:ext cx="5440680" cy="1609344"/>
          </a:xfrm>
          <a:prstGeom prst="roundRect">
            <a:avLst>
              <a:gd name="adj" fmla="val 4545"/>
            </a:avLst>
          </a:prstGeom>
          <a:solidFill>
            <a:srgbClr val="ED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3337560"/>
            <a:ext cx="310896" cy="310896"/>
          </a:xfrm>
          <a:prstGeom prst="ellipse">
            <a:avLst/>
          </a:prstGeom>
          <a:solidFill>
            <a:srgbClr val="0E9E8E"/>
          </a:solidFill>
          <a:ln/>
        </p:spPr>
      </p:sp>
      <p:sp>
        <p:nvSpPr>
          <p:cNvPr id="18" name="Text 16"/>
          <p:cNvSpPr/>
          <p:nvPr/>
        </p:nvSpPr>
        <p:spPr>
          <a:xfrm>
            <a:off x="6775704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&amp; bilingual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3648456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 scans go through OCR with per-page confidence and glyph repair (a misread "12a" is restored from statutory sequence); Malay-primary acts parse via the "Seksyen/Perkara" grammar profile with original-language verbatim text.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4928616"/>
            <a:ext cx="5440680" cy="1609344"/>
          </a:xfrm>
          <a:prstGeom prst="roundRect">
            <a:avLst>
              <a:gd name="adj" fmla="val 4545"/>
            </a:avLst>
          </a:prstGeom>
          <a:solidFill>
            <a:srgbClr val="EDF5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93208"/>
            <a:ext cx="310896" cy="31089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1152144" y="50474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traps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404104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7.1/7.2 and 6.5 score the ABSENCE of frameworks. Our first treaty sweep proved the danger: 77 relevant articles retrieved, 0 mapped — the LLM rejected them for proving the "wrong" polarity. One rubric-data line fixed it; a regression test pins it.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172200" y="4928616"/>
            <a:ext cx="5440680" cy="1609344"/>
          </a:xfrm>
          <a:prstGeom prst="roundRect">
            <a:avLst>
              <a:gd name="adj" fmla="val 4545"/>
            </a:avLst>
          </a:prstGeom>
          <a:solidFill>
            <a:srgbClr val="EDF5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5093208"/>
            <a:ext cx="310896" cy="310896"/>
          </a:xfrm>
          <a:prstGeom prst="ellipse">
            <a:avLst/>
          </a:prstGeom>
          <a:solidFill>
            <a:srgbClr val="14548F"/>
          </a:solidFill>
          <a:ln/>
        </p:spPr>
      </p:sp>
      <p:sp>
        <p:nvSpPr>
          <p:cNvPr id="26" name="Text 24"/>
          <p:cNvSpPr/>
          <p:nvPr/>
        </p:nvSpPr>
        <p:spPr>
          <a:xfrm>
            <a:off x="6775704" y="50474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Mid-clause quotes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0" y="5404104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that ends "…issued with an or" is an embarrassment in front of a lawyer. Snippets are finalized source-exact and structurally closed (through list children to a genuine sentence stop) BEFORE gating; unprovable closures cannot export.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FINALS QUESTION, ANSWERED CONCRETELY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an Economy Is a Data Change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89320" cy="4846320"/>
          </a:xfrm>
          <a:prstGeom prst="roundRect">
            <a:avLst>
              <a:gd name="adj" fmla="val 1509"/>
            </a:avLst>
          </a:prstGeom>
          <a:solidFill>
            <a:srgbClr val="1025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configs/jurisdictions/th.yaml  (all it takes)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5440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jurisdiction: 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source_format: 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languages: { primary: th, supported: [th, en]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section_grammars: [thai]          # "มาตรา N" — named profile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official_sources: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domain: ratchakitcha.soc.go.th,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source_type: official_gazette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citation_patterns: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section: ["s. {n}", "มาตรา {n}"]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status_assertions: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"PDPA B.E. 2562": { status: in_force, fact_url: "…"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seed rows in data/seeds.json  (official URLs)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9E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+ nothing else. No code.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4892040" cy="4846320"/>
          </a:xfrm>
          <a:prstGeom prst="roundRect">
            <a:avLst>
              <a:gd name="adj" fmla="val 1509"/>
            </a:avLst>
          </a:prstGeom>
          <a:solidFill>
            <a:srgbClr val="EDF5FC"/>
          </a:solidFill>
          <a:ln/>
        </p:spPr>
      </p:sp>
      <p:sp>
        <p:nvSpPr>
          <p:cNvPr id="8" name="Text 6"/>
          <p:cNvSpPr/>
          <p:nvPr/>
        </p:nvSpPr>
        <p:spPr>
          <a:xfrm>
            <a:off x="6995160" y="1600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SCALES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95160" y="1965960"/>
            <a:ext cx="4389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Extractors are format-based (HTML / PDF / EPUB / OCR), never country-based — a new economy reuses them untouched.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grammars are named data profiles: treaty and Malay shipped this round; "Pasal", "Статья", "มาตรา" are one dictionary entry each.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YAML is economy-independent — pillars are added the same way (P8 = one new YAML, zero engine changes).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Cross-lingual retrieval (BGE-M3) + original-language verbatim + English column are already wired.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this round, treaties + subsidiary legislation + Malay grammar were added mid-sprint as configuration — the engine diff was generic plumbing only.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government-verified Round-2 gold (CN·IN·ID·LA·MN·RU·TH) is already ingested as the 8-economy eval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ECONOMIES TO THE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Future Development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ED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economy = data, not code: a jurisdiction YAML (portals, citation grammar, status assertions) + seed rows. Extractors are format-based; grammars are named profiles ("Pasal", "Статья", "มาตรา" next).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Finals-ready gold: the government-verified Round-2 database (CN·IN·ID·LA·MN·RU·TH) is already ingested as the evaluation baseline for the 8-economy expansion.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by architecture: BGE-M3 cross-lingual retrieval, original-language verbatim + appended English column, per-language section grammars.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monitoring: incremental fingerprints mean a nightly run re-extracts only changed documents — amendment tracking falls out of the cache design.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03520" cy="4800600"/>
          </a:xfrm>
          <a:prstGeom prst="roundRect">
            <a:avLst>
              <a:gd name="adj" fmla="val 1524"/>
            </a:avLst>
          </a:prstGeom>
          <a:solidFill>
            <a:srgbClr val="F3FBF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 ESCAP &amp; STAKEHOLDERS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 researchers — RDTII updates in hours instead of months, with every cell traceable to an archived official source.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— see exactly which provision produced each score; corrections become data changes with receipts.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&amp; trade lawyers — pinpoint, current, verifiable answers on cross-border data rules across jurisdictions.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4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— faster policy insight, fewer stale citations, lower compliance-research burden, and a reusable evidence commons for digital-trade regulation.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CHAMPIONSHIP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ClauseChain should win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SUBSTANTIVE ACCURACY · 40%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provision-level NEW findings beyond the sample kit — the 20-point lever, systematically harvested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treaty-evidenced P6-I5 rows (CPTPP 14.11, DEPA 4.3, RCEP 12.15) from official registers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Byte-exact citations a lawyer verifies in seconds; polarity traps encoded as rubric data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audited the gold itself and caught the planted Malaysia errors — with receipts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416552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RESILIENCE · 30%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45152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portals with anti-bot walls beaten (backoff + real-browser fallback); failures recorded, never faked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gazettes: OCR with per-page confidence + statutory glyph repair; bilingual Malay grammar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with zero manual steps — and a web console that triggers the same engine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fingerprints: nightly re-runs re-extract only changed law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193024" y="1737360"/>
            <a:ext cx="3593592" cy="42519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9202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30%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21624" y="2286000"/>
            <a:ext cx="3154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LLM / OCR / graph by config — two shipped profiles, incl. a fully key-free local path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beyond the ask: verbatim snippet + archived source + SHA-256 + gate results + named review + replay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cost: US$1.16 for the entire 3-economy sweep (≈ $0.01 per document)</a:t>
            </a:r>
            <a:endParaRPr lang="en-US" sz="103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3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 economy or pillar = one YAML + seed rows; finals gold already ingested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product: every row the judges check will check out.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Sources, models &amp; libraries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DATA 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RDTII 2.1 Guide, methodology sheet &amp; Round-1/Round-2 databases (UN ESCAP)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Statutes Online — sso.agc.gov.sg (Acts + subsidiary legislation print view)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 of Malaysia (AGC), Federal Gazette, PDP Department, NACSA, MITI FTA portal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Register of Legislation — legislation.gov.au (authorised PDF + EPUB)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treaty texts: CPTPP, RCEP, DEPA, SADEA, KSDPA (state registers)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16552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45152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nano/mini tiers via API (operator key) · local Ollama fallback profile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multilingual embeddings (MIT)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Noise-audit uncertainty design after Qian Xiao (Maynooth), 12 Jun workshop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corpus interaction / broad-recall motivation: Li et al., arXiv:2605.05242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legal schema after Chawuthai (KMITL), 12 Jun workshop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93024" y="1783080"/>
            <a:ext cx="3593592" cy="4480560"/>
          </a:xfrm>
          <a:prstGeom prst="roundRect">
            <a:avLst>
              <a:gd name="adj" fmla="val 2036"/>
            </a:avLst>
          </a:prstGeom>
          <a:solidFill>
            <a:srgbClr val="16395C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9659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LIBRARIES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21624" y="2331720"/>
            <a:ext cx="31546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httpx · pydantic · numpy · pymupdf · pytest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SQLite/FTS5 · Neo4j Community (optional)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DRF · Next.js · React · PostgreSQL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(anti-bot fallback) · systemd/nginx deployment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licence inventory in the repository README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ClauseChain · Team zAI BD · UN ESCAP RegTech AI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ClauseChain — RegTech AI Hackathon (RDTII Pillars 6 &amp; 7)</dc:title>
  <dc:subject>PptxGenJS Presentation</dc:subject>
  <dc:creator>Team zAI BD</dc:creator>
  <cp:lastModifiedBy>Team zAI BD</cp:lastModifiedBy>
  <cp:revision>1</cp:revision>
  <dcterms:created xsi:type="dcterms:W3CDTF">2026-07-20T08:53:49Z</dcterms:created>
  <dcterms:modified xsi:type="dcterms:W3CDTF">2026-07-20T08:53:49Z</dcterms:modified>
</cp:coreProperties>
</file>