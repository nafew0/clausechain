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webextensions/webextension1.xml" ContentType="application/vnd.ms-office.webextension+xml"/>
  <Override PartName="/ppt/webextensions/taskpanes.xml" ContentType="application/vnd.ms-office.webextensiontaskpane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79" r:id="rId3"/>
    <p:sldId id="263" r:id="rId4"/>
    <p:sldId id="264" r:id="rId5"/>
    <p:sldId id="274" r:id="rId6"/>
    <p:sldId id="265" r:id="rId7"/>
    <p:sldId id="275" r:id="rId8"/>
    <p:sldId id="276" r:id="rId9"/>
    <p:sldId id="280" r:id="rId10"/>
    <p:sldId id="277" r:id="rId11"/>
    <p:sldId id="278"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33"/>
    <a:srgbClr val="128553"/>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EF2C7-230F-4568-9F7F-9E3678D14DA4}" v="3" dt="2026-05-21T15:20:11.5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111" d="100"/>
          <a:sy n="111" d="100"/>
        </p:scale>
        <p:origin x="5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หัวกระดาษ 1">
            <a:extLst>
              <a:ext uri="{FF2B5EF4-FFF2-40B4-BE49-F238E27FC236}">
                <a16:creationId xmlns:a16="http://schemas.microsoft.com/office/drawing/2014/main" id="{579F40F2-3A21-4852-81DC-32D8F2F8E6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ตัวแทนวันที่ 2">
            <a:extLst>
              <a:ext uri="{FF2B5EF4-FFF2-40B4-BE49-F238E27FC236}">
                <a16:creationId xmlns:a16="http://schemas.microsoft.com/office/drawing/2014/main" id="{6F364FAE-1948-42D5-9650-ADE0CC5F04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90F63C-C2D2-4E0D-96D4-646F2D2AFF21}" type="datetimeFigureOut">
              <a:rPr lang="en-US" smtClean="0"/>
              <a:t>5/22/26</a:t>
            </a:fld>
            <a:endParaRPr lang="en-US"/>
          </a:p>
        </p:txBody>
      </p:sp>
      <p:sp>
        <p:nvSpPr>
          <p:cNvPr id="4" name="ตัวแทนท้ายกระดาษ 3">
            <a:extLst>
              <a:ext uri="{FF2B5EF4-FFF2-40B4-BE49-F238E27FC236}">
                <a16:creationId xmlns:a16="http://schemas.microsoft.com/office/drawing/2014/main" id="{B5A3921E-A517-4C53-B7C9-3711317A00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ตัวแทนหมายเลขสไลด์ 4">
            <a:extLst>
              <a:ext uri="{FF2B5EF4-FFF2-40B4-BE49-F238E27FC236}">
                <a16:creationId xmlns:a16="http://schemas.microsoft.com/office/drawing/2014/main" id="{42B6C559-A5E1-4766-8B60-A800BC891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AE57C6-B19E-4F1C-8B2C-352CD461BD34}" type="slidenum">
              <a:rPr lang="en-US" smtClean="0"/>
              <a:t>‹#›</a:t>
            </a:fld>
            <a:endParaRPr lang="en-US"/>
          </a:p>
        </p:txBody>
      </p:sp>
    </p:spTree>
    <p:extLst>
      <p:ext uri="{BB962C8B-B14F-4D97-AF65-F5344CB8AC3E}">
        <p14:creationId xmlns:p14="http://schemas.microsoft.com/office/powerpoint/2010/main" val="40950872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หัวกระดาษ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ตัวแทนวันที่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A31A6-B263-4B55-8843-E721D190B20F}" type="datetimeFigureOut">
              <a:rPr lang="en-US" smtClean="0"/>
              <a:t>5/22/26</a:t>
            </a:fld>
            <a:endParaRPr lang="en-US"/>
          </a:p>
        </p:txBody>
      </p:sp>
      <p:sp>
        <p:nvSpPr>
          <p:cNvPr id="4" name="ตัวแทนรูปบนสไลด์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ตัวแทนบันทึกย่อ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6" name="ตัวแทนท้ายกระดา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ตัวแทนหมายเลขสไลด์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CF74E-F52C-42FA-B4AE-8FC9B30A9BD0}" type="slidenum">
              <a:rPr lang="en-US" smtClean="0"/>
              <a:t>‹#›</a:t>
            </a:fld>
            <a:endParaRPr lang="en-US"/>
          </a:p>
        </p:txBody>
      </p:sp>
    </p:spTree>
    <p:extLst>
      <p:ext uri="{BB962C8B-B14F-4D97-AF65-F5344CB8AC3E}">
        <p14:creationId xmlns:p14="http://schemas.microsoft.com/office/powerpoint/2010/main" val="45929848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5C6C59C-683E-409E-86F6-99C08FBA4030}"/>
              </a:ext>
            </a:extLst>
          </p:cNvPr>
          <p:cNvSpPr>
            <a:spLocks noGrp="1"/>
          </p:cNvSpPr>
          <p:nvPr>
            <p:ph type="ctrTitle"/>
          </p:nvPr>
        </p:nvSpPr>
        <p:spPr>
          <a:xfrm>
            <a:off x="1524000" y="1122363"/>
            <a:ext cx="9144000" cy="2387600"/>
          </a:xfrm>
        </p:spPr>
        <p:txBody>
          <a:bodyPr anchor="b"/>
          <a:lstStyle>
            <a:lvl1pPr algn="ctr">
              <a:defRPr sz="6000"/>
            </a:lvl1pPr>
          </a:lstStyle>
          <a:p>
            <a:r>
              <a:rPr lang="th-TH"/>
              <a:t>คลิกเพื่อแก้ไขสไตล์ชื่อเรื่องต้นแบบ</a:t>
            </a:r>
            <a:endParaRPr lang="en-US"/>
          </a:p>
        </p:txBody>
      </p:sp>
      <p:sp>
        <p:nvSpPr>
          <p:cNvPr id="3" name="ชื่อเรื่องรอง 2">
            <a:extLst>
              <a:ext uri="{FF2B5EF4-FFF2-40B4-BE49-F238E27FC236}">
                <a16:creationId xmlns:a16="http://schemas.microsoft.com/office/drawing/2014/main" id="{7DE52F8B-28F9-4D67-A191-8737E45B15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h-TH"/>
              <a:t>คลิกเพื่อแก้ไขสไตล์ชื่อเรื่องรองต้นแบบ</a:t>
            </a:r>
            <a:endParaRPr lang="en-US"/>
          </a:p>
        </p:txBody>
      </p:sp>
      <p:sp>
        <p:nvSpPr>
          <p:cNvPr id="4" name="ตัวแทนวันที่ 3">
            <a:extLst>
              <a:ext uri="{FF2B5EF4-FFF2-40B4-BE49-F238E27FC236}">
                <a16:creationId xmlns:a16="http://schemas.microsoft.com/office/drawing/2014/main" id="{F565E573-FA83-4E3E-B04F-AED572F0820F}"/>
              </a:ext>
            </a:extLst>
          </p:cNvPr>
          <p:cNvSpPr>
            <a:spLocks noGrp="1"/>
          </p:cNvSpPr>
          <p:nvPr>
            <p:ph type="dt" sz="half" idx="10"/>
          </p:nvPr>
        </p:nvSpPr>
        <p:spPr/>
        <p:txBody>
          <a:bodyPr/>
          <a:lstStyle/>
          <a:p>
            <a:fld id="{171C0A5B-357A-4298-AC1E-CEC12251AE49}"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D8E1EFEF-CEF9-4229-9E5B-7226E1398E21}"/>
              </a:ext>
            </a:extLst>
          </p:cNvPr>
          <p:cNvSpPr>
            <a:spLocks noGrp="1"/>
          </p:cNvSpPr>
          <p:nvPr>
            <p:ph type="ftr" sz="quarter" idx="11"/>
          </p:nvPr>
        </p:nvSpPr>
        <p:spPr/>
        <p:txBody>
          <a:bodyPr/>
          <a:lstStyle/>
          <a:p>
            <a:endParaRPr lang="en-US"/>
          </a:p>
        </p:txBody>
      </p:sp>
      <p:sp>
        <p:nvSpPr>
          <p:cNvPr id="6" name="ตัวแทนหมายเลขสไลด์ 5">
            <a:extLst>
              <a:ext uri="{FF2B5EF4-FFF2-40B4-BE49-F238E27FC236}">
                <a16:creationId xmlns:a16="http://schemas.microsoft.com/office/drawing/2014/main" id="{557544A0-8F78-4E6B-8842-1193230EC0F8}"/>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167358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B46904C-F556-4C2B-9EBB-9A4A74075588}"/>
              </a:ext>
            </a:extLst>
          </p:cNvPr>
          <p:cNvSpPr>
            <a:spLocks noGrp="1"/>
          </p:cNvSpPr>
          <p:nvPr>
            <p:ph type="title"/>
          </p:nvPr>
        </p:nvSpPr>
        <p:spPr/>
        <p:txBody>
          <a:bodyPr/>
          <a:lstStyle/>
          <a:p>
            <a:r>
              <a:rPr lang="th-TH"/>
              <a:t>คลิกเพื่อแก้ไขสไตล์ชื่อเรื่องต้นแบบ</a:t>
            </a:r>
            <a:endParaRPr lang="en-US"/>
          </a:p>
        </p:txBody>
      </p:sp>
      <p:sp>
        <p:nvSpPr>
          <p:cNvPr id="3" name="ตัวแทนเนื้อหา 2">
            <a:extLst>
              <a:ext uri="{FF2B5EF4-FFF2-40B4-BE49-F238E27FC236}">
                <a16:creationId xmlns:a16="http://schemas.microsoft.com/office/drawing/2014/main" id="{C4206D76-ED97-4F23-9B63-2F311B624EF4}"/>
              </a:ext>
            </a:extLst>
          </p:cNvPr>
          <p:cNvSpPr>
            <a:spLocks noGrp="1"/>
          </p:cNvSpPr>
          <p:nvPr>
            <p:ph idx="1"/>
          </p:nvPr>
        </p:nvSpPr>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วันที่ 3">
            <a:extLst>
              <a:ext uri="{FF2B5EF4-FFF2-40B4-BE49-F238E27FC236}">
                <a16:creationId xmlns:a16="http://schemas.microsoft.com/office/drawing/2014/main" id="{1AE43FA3-DCF6-4DED-8771-6FCA14BB0753}"/>
              </a:ext>
            </a:extLst>
          </p:cNvPr>
          <p:cNvSpPr>
            <a:spLocks noGrp="1"/>
          </p:cNvSpPr>
          <p:nvPr>
            <p:ph type="dt" sz="half" idx="10"/>
          </p:nvPr>
        </p:nvSpPr>
        <p:spPr/>
        <p:txBody>
          <a:bodyPr/>
          <a:lstStyle/>
          <a:p>
            <a:fld id="{4920B290-EFA6-4692-BD19-D805DCD99C92}"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DC970828-4F56-466F-A398-246DC1B198B3}"/>
              </a:ext>
            </a:extLst>
          </p:cNvPr>
          <p:cNvSpPr>
            <a:spLocks noGrp="1"/>
          </p:cNvSpPr>
          <p:nvPr>
            <p:ph type="ftr" sz="quarter" idx="11"/>
          </p:nvPr>
        </p:nvSpPr>
        <p:spPr/>
        <p:txBody>
          <a:bodyPr/>
          <a:lstStyle/>
          <a:p>
            <a:endParaRPr lang="en-US"/>
          </a:p>
        </p:txBody>
      </p:sp>
      <p:sp>
        <p:nvSpPr>
          <p:cNvPr id="6" name="ตัวแทนหมายเลขสไลด์ 5">
            <a:extLst>
              <a:ext uri="{FF2B5EF4-FFF2-40B4-BE49-F238E27FC236}">
                <a16:creationId xmlns:a16="http://schemas.microsoft.com/office/drawing/2014/main" id="{5642CC10-191C-4549-9D05-A1BAF380B132}"/>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2053134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402E60F8-0467-4835-BC0A-3E83A6D54E91}"/>
              </a:ext>
            </a:extLst>
          </p:cNvPr>
          <p:cNvSpPr>
            <a:spLocks noGrp="1"/>
          </p:cNvSpPr>
          <p:nvPr>
            <p:ph type="title"/>
          </p:nvPr>
        </p:nvSpPr>
        <p:spPr>
          <a:xfrm>
            <a:off x="831850" y="1709738"/>
            <a:ext cx="10515600" cy="2852737"/>
          </a:xfrm>
        </p:spPr>
        <p:txBody>
          <a:bodyPr anchor="b"/>
          <a:lstStyle>
            <a:lvl1pPr>
              <a:defRPr sz="6000"/>
            </a:lvl1pPr>
          </a:lstStyle>
          <a:p>
            <a:r>
              <a:rPr lang="th-TH"/>
              <a:t>คลิกเพื่อแก้ไขสไตล์ชื่อเรื่องต้นแบบ</a:t>
            </a:r>
            <a:endParaRPr lang="en-US"/>
          </a:p>
        </p:txBody>
      </p:sp>
      <p:sp>
        <p:nvSpPr>
          <p:cNvPr id="3" name="ตัวแทนข้อความ 2">
            <a:extLst>
              <a:ext uri="{FF2B5EF4-FFF2-40B4-BE49-F238E27FC236}">
                <a16:creationId xmlns:a16="http://schemas.microsoft.com/office/drawing/2014/main" id="{DEC46076-1135-4448-9302-331EC3E060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h-TH"/>
              <a:t>คลิกเพื่อแก้ไขสไตล์ของข้อความต้นแบบ</a:t>
            </a:r>
          </a:p>
        </p:txBody>
      </p:sp>
      <p:sp>
        <p:nvSpPr>
          <p:cNvPr id="4" name="ตัวแทนวันที่ 3">
            <a:extLst>
              <a:ext uri="{FF2B5EF4-FFF2-40B4-BE49-F238E27FC236}">
                <a16:creationId xmlns:a16="http://schemas.microsoft.com/office/drawing/2014/main" id="{23442F44-33B5-415C-8C83-BDA803608395}"/>
              </a:ext>
            </a:extLst>
          </p:cNvPr>
          <p:cNvSpPr>
            <a:spLocks noGrp="1"/>
          </p:cNvSpPr>
          <p:nvPr>
            <p:ph type="dt" sz="half" idx="10"/>
          </p:nvPr>
        </p:nvSpPr>
        <p:spPr/>
        <p:txBody>
          <a:bodyPr/>
          <a:lstStyle/>
          <a:p>
            <a:fld id="{1F849869-4DA7-476A-9689-5593171D02D2}"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37C3A697-9D08-4FAD-A1DF-E73ED9C98F09}"/>
              </a:ext>
            </a:extLst>
          </p:cNvPr>
          <p:cNvSpPr>
            <a:spLocks noGrp="1"/>
          </p:cNvSpPr>
          <p:nvPr>
            <p:ph type="ftr" sz="quarter" idx="11"/>
          </p:nvPr>
        </p:nvSpPr>
        <p:spPr/>
        <p:txBody>
          <a:bodyPr/>
          <a:lstStyle/>
          <a:p>
            <a:endParaRPr lang="en-US"/>
          </a:p>
        </p:txBody>
      </p:sp>
      <p:sp>
        <p:nvSpPr>
          <p:cNvPr id="6" name="ตัวแทนหมายเลขสไลด์ 5">
            <a:extLst>
              <a:ext uri="{FF2B5EF4-FFF2-40B4-BE49-F238E27FC236}">
                <a16:creationId xmlns:a16="http://schemas.microsoft.com/office/drawing/2014/main" id="{B0C7F9CA-F88A-4559-99B1-B375A93C6C02}"/>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323438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4E74C91F-F005-4264-B29C-B6CDF755C2B2}"/>
              </a:ext>
            </a:extLst>
          </p:cNvPr>
          <p:cNvSpPr>
            <a:spLocks noGrp="1"/>
          </p:cNvSpPr>
          <p:nvPr>
            <p:ph type="title"/>
          </p:nvPr>
        </p:nvSpPr>
        <p:spPr/>
        <p:txBody>
          <a:bodyPr/>
          <a:lstStyle/>
          <a:p>
            <a:r>
              <a:rPr lang="th-TH"/>
              <a:t>คลิกเพื่อแก้ไขสไตล์ชื่อเรื่องต้นแบบ</a:t>
            </a:r>
            <a:endParaRPr lang="en-US"/>
          </a:p>
        </p:txBody>
      </p:sp>
      <p:sp>
        <p:nvSpPr>
          <p:cNvPr id="3" name="ตัวแทนเนื้อหา 2">
            <a:extLst>
              <a:ext uri="{FF2B5EF4-FFF2-40B4-BE49-F238E27FC236}">
                <a16:creationId xmlns:a16="http://schemas.microsoft.com/office/drawing/2014/main" id="{3A6C024C-ED5E-4A7A-B718-4FF5C85EDFDA}"/>
              </a:ext>
            </a:extLst>
          </p:cNvPr>
          <p:cNvSpPr>
            <a:spLocks noGrp="1"/>
          </p:cNvSpPr>
          <p:nvPr>
            <p:ph sz="half" idx="1"/>
          </p:nvPr>
        </p:nvSpPr>
        <p:spPr>
          <a:xfrm>
            <a:off x="838200" y="1825625"/>
            <a:ext cx="5181600" cy="435133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เนื้อหา 3">
            <a:extLst>
              <a:ext uri="{FF2B5EF4-FFF2-40B4-BE49-F238E27FC236}">
                <a16:creationId xmlns:a16="http://schemas.microsoft.com/office/drawing/2014/main" id="{66D35607-E9EF-4774-B9A5-AC72FCF58F0E}"/>
              </a:ext>
            </a:extLst>
          </p:cNvPr>
          <p:cNvSpPr>
            <a:spLocks noGrp="1"/>
          </p:cNvSpPr>
          <p:nvPr>
            <p:ph sz="half" idx="2"/>
          </p:nvPr>
        </p:nvSpPr>
        <p:spPr>
          <a:xfrm>
            <a:off x="6172200" y="1825625"/>
            <a:ext cx="5181600" cy="435133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5" name="ตัวแทนวันที่ 4">
            <a:extLst>
              <a:ext uri="{FF2B5EF4-FFF2-40B4-BE49-F238E27FC236}">
                <a16:creationId xmlns:a16="http://schemas.microsoft.com/office/drawing/2014/main" id="{FE5FD473-B2B6-4D53-8F55-1EAA1AA39AB8}"/>
              </a:ext>
            </a:extLst>
          </p:cNvPr>
          <p:cNvSpPr>
            <a:spLocks noGrp="1"/>
          </p:cNvSpPr>
          <p:nvPr>
            <p:ph type="dt" sz="half" idx="10"/>
          </p:nvPr>
        </p:nvSpPr>
        <p:spPr/>
        <p:txBody>
          <a:bodyPr/>
          <a:lstStyle/>
          <a:p>
            <a:fld id="{23B7161C-D537-4085-BFD7-99C09C41D98C}" type="datetime1">
              <a:rPr lang="en-US" smtClean="0"/>
              <a:t>5/22/26</a:t>
            </a:fld>
            <a:endParaRPr lang="en-US"/>
          </a:p>
        </p:txBody>
      </p:sp>
      <p:sp>
        <p:nvSpPr>
          <p:cNvPr id="6" name="ตัวแทนท้ายกระดาษ 5">
            <a:extLst>
              <a:ext uri="{FF2B5EF4-FFF2-40B4-BE49-F238E27FC236}">
                <a16:creationId xmlns:a16="http://schemas.microsoft.com/office/drawing/2014/main" id="{267C733D-BBF6-4830-B2EF-366D092E228B}"/>
              </a:ext>
            </a:extLst>
          </p:cNvPr>
          <p:cNvSpPr>
            <a:spLocks noGrp="1"/>
          </p:cNvSpPr>
          <p:nvPr>
            <p:ph type="ftr" sz="quarter" idx="11"/>
          </p:nvPr>
        </p:nvSpPr>
        <p:spPr/>
        <p:txBody>
          <a:bodyPr/>
          <a:lstStyle/>
          <a:p>
            <a:endParaRPr lang="en-US"/>
          </a:p>
        </p:txBody>
      </p:sp>
      <p:sp>
        <p:nvSpPr>
          <p:cNvPr id="7" name="ตัวแทนหมายเลขสไลด์ 6">
            <a:extLst>
              <a:ext uri="{FF2B5EF4-FFF2-40B4-BE49-F238E27FC236}">
                <a16:creationId xmlns:a16="http://schemas.microsoft.com/office/drawing/2014/main" id="{BAF3B60A-F96F-43AF-8BC1-D64A1B41ECA0}"/>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3112601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6D4C3A48-81E0-4D60-92A7-0679627FA7E2}"/>
              </a:ext>
            </a:extLst>
          </p:cNvPr>
          <p:cNvSpPr>
            <a:spLocks noGrp="1"/>
          </p:cNvSpPr>
          <p:nvPr>
            <p:ph type="title"/>
          </p:nvPr>
        </p:nvSpPr>
        <p:spPr>
          <a:xfrm>
            <a:off x="839788" y="365125"/>
            <a:ext cx="10515600" cy="1325563"/>
          </a:xfrm>
        </p:spPr>
        <p:txBody>
          <a:bodyPr/>
          <a:lstStyle/>
          <a:p>
            <a:r>
              <a:rPr lang="th-TH"/>
              <a:t>คลิกเพื่อแก้ไขสไตล์ชื่อเรื่องต้นแบบ</a:t>
            </a:r>
            <a:endParaRPr lang="en-US"/>
          </a:p>
        </p:txBody>
      </p:sp>
      <p:sp>
        <p:nvSpPr>
          <p:cNvPr id="3" name="ตัวแทนข้อความ 2">
            <a:extLst>
              <a:ext uri="{FF2B5EF4-FFF2-40B4-BE49-F238E27FC236}">
                <a16:creationId xmlns:a16="http://schemas.microsoft.com/office/drawing/2014/main" id="{C6EE9F07-95B2-46C0-A7C0-C5AE32D9C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045348CB-2795-439D-BF78-022E4478C7B1}"/>
              </a:ext>
            </a:extLst>
          </p:cNvPr>
          <p:cNvSpPr>
            <a:spLocks noGrp="1"/>
          </p:cNvSpPr>
          <p:nvPr>
            <p:ph sz="half" idx="2"/>
          </p:nvPr>
        </p:nvSpPr>
        <p:spPr>
          <a:xfrm>
            <a:off x="839788" y="2505075"/>
            <a:ext cx="5157787" cy="368458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5" name="ตัวแทนข้อความ 4">
            <a:extLst>
              <a:ext uri="{FF2B5EF4-FFF2-40B4-BE49-F238E27FC236}">
                <a16:creationId xmlns:a16="http://schemas.microsoft.com/office/drawing/2014/main" id="{B92737C0-3AA3-4C1D-87A1-2619536F2B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FD794EEB-A569-492B-9EEB-CCAEE83750FD}"/>
              </a:ext>
            </a:extLst>
          </p:cNvPr>
          <p:cNvSpPr>
            <a:spLocks noGrp="1"/>
          </p:cNvSpPr>
          <p:nvPr>
            <p:ph sz="quarter" idx="4"/>
          </p:nvPr>
        </p:nvSpPr>
        <p:spPr>
          <a:xfrm>
            <a:off x="6172200" y="2505075"/>
            <a:ext cx="5183188" cy="3684588"/>
          </a:xfr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7" name="ตัวแทนวันที่ 6">
            <a:extLst>
              <a:ext uri="{FF2B5EF4-FFF2-40B4-BE49-F238E27FC236}">
                <a16:creationId xmlns:a16="http://schemas.microsoft.com/office/drawing/2014/main" id="{4CEF06BC-75D0-41B5-884B-D1E3BC083F38}"/>
              </a:ext>
            </a:extLst>
          </p:cNvPr>
          <p:cNvSpPr>
            <a:spLocks noGrp="1"/>
          </p:cNvSpPr>
          <p:nvPr>
            <p:ph type="dt" sz="half" idx="10"/>
          </p:nvPr>
        </p:nvSpPr>
        <p:spPr/>
        <p:txBody>
          <a:bodyPr/>
          <a:lstStyle/>
          <a:p>
            <a:fld id="{195A3E7E-D021-4C57-9764-09F7EF71B029}" type="datetime1">
              <a:rPr lang="en-US" smtClean="0"/>
              <a:t>5/22/26</a:t>
            </a:fld>
            <a:endParaRPr lang="en-US"/>
          </a:p>
        </p:txBody>
      </p:sp>
      <p:sp>
        <p:nvSpPr>
          <p:cNvPr id="8" name="ตัวแทนท้ายกระดาษ 7">
            <a:extLst>
              <a:ext uri="{FF2B5EF4-FFF2-40B4-BE49-F238E27FC236}">
                <a16:creationId xmlns:a16="http://schemas.microsoft.com/office/drawing/2014/main" id="{D0698085-DC40-468C-A021-B3BD80BAF363}"/>
              </a:ext>
            </a:extLst>
          </p:cNvPr>
          <p:cNvSpPr>
            <a:spLocks noGrp="1"/>
          </p:cNvSpPr>
          <p:nvPr>
            <p:ph type="ftr" sz="quarter" idx="11"/>
          </p:nvPr>
        </p:nvSpPr>
        <p:spPr/>
        <p:txBody>
          <a:bodyPr/>
          <a:lstStyle/>
          <a:p>
            <a:endParaRPr lang="en-US"/>
          </a:p>
        </p:txBody>
      </p:sp>
      <p:sp>
        <p:nvSpPr>
          <p:cNvPr id="9" name="ตัวแทนหมายเลขสไลด์ 8">
            <a:extLst>
              <a:ext uri="{FF2B5EF4-FFF2-40B4-BE49-F238E27FC236}">
                <a16:creationId xmlns:a16="http://schemas.microsoft.com/office/drawing/2014/main" id="{D2EB2586-B438-446F-830A-8428A323147C}"/>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363582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12E939C5-8E35-490A-9D43-96E1EF497301}"/>
              </a:ext>
            </a:extLst>
          </p:cNvPr>
          <p:cNvSpPr>
            <a:spLocks noGrp="1"/>
          </p:cNvSpPr>
          <p:nvPr>
            <p:ph type="title"/>
          </p:nvPr>
        </p:nvSpPr>
        <p:spPr/>
        <p:txBody>
          <a:bodyPr/>
          <a:lstStyle/>
          <a:p>
            <a:r>
              <a:rPr lang="th-TH"/>
              <a:t>คลิกเพื่อแก้ไขสไตล์ชื่อเรื่องต้นแบบ</a:t>
            </a:r>
            <a:endParaRPr lang="en-US"/>
          </a:p>
        </p:txBody>
      </p:sp>
      <p:sp>
        <p:nvSpPr>
          <p:cNvPr id="3" name="ตัวแทนวันที่ 2">
            <a:extLst>
              <a:ext uri="{FF2B5EF4-FFF2-40B4-BE49-F238E27FC236}">
                <a16:creationId xmlns:a16="http://schemas.microsoft.com/office/drawing/2014/main" id="{47F6B13F-8C7F-4103-90AF-DADC44AAEDF3}"/>
              </a:ext>
            </a:extLst>
          </p:cNvPr>
          <p:cNvSpPr>
            <a:spLocks noGrp="1"/>
          </p:cNvSpPr>
          <p:nvPr>
            <p:ph type="dt" sz="half" idx="10"/>
          </p:nvPr>
        </p:nvSpPr>
        <p:spPr/>
        <p:txBody>
          <a:bodyPr/>
          <a:lstStyle/>
          <a:p>
            <a:fld id="{AEADB448-88C1-4C18-890A-0FE895F5B84E}" type="datetime1">
              <a:rPr lang="en-US" smtClean="0"/>
              <a:t>5/22/26</a:t>
            </a:fld>
            <a:endParaRPr lang="en-US"/>
          </a:p>
        </p:txBody>
      </p:sp>
      <p:sp>
        <p:nvSpPr>
          <p:cNvPr id="4" name="ตัวแทนท้ายกระดาษ 3">
            <a:extLst>
              <a:ext uri="{FF2B5EF4-FFF2-40B4-BE49-F238E27FC236}">
                <a16:creationId xmlns:a16="http://schemas.microsoft.com/office/drawing/2014/main" id="{3FF37E9E-F85C-4484-8F30-B8CB24F5A0D0}"/>
              </a:ext>
            </a:extLst>
          </p:cNvPr>
          <p:cNvSpPr>
            <a:spLocks noGrp="1"/>
          </p:cNvSpPr>
          <p:nvPr>
            <p:ph type="ftr" sz="quarter" idx="11"/>
          </p:nvPr>
        </p:nvSpPr>
        <p:spPr/>
        <p:txBody>
          <a:bodyPr/>
          <a:lstStyle/>
          <a:p>
            <a:endParaRPr lang="en-US"/>
          </a:p>
        </p:txBody>
      </p:sp>
      <p:sp>
        <p:nvSpPr>
          <p:cNvPr id="5" name="ตัวแทนหมายเลขสไลด์ 4">
            <a:extLst>
              <a:ext uri="{FF2B5EF4-FFF2-40B4-BE49-F238E27FC236}">
                <a16:creationId xmlns:a16="http://schemas.microsoft.com/office/drawing/2014/main" id="{186615B8-B721-4745-AE04-0B0895CA2B21}"/>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70635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วันที่ 1">
            <a:extLst>
              <a:ext uri="{FF2B5EF4-FFF2-40B4-BE49-F238E27FC236}">
                <a16:creationId xmlns:a16="http://schemas.microsoft.com/office/drawing/2014/main" id="{5E9E9E69-B826-4A1D-A2A0-8A5D84227C67}"/>
              </a:ext>
            </a:extLst>
          </p:cNvPr>
          <p:cNvSpPr>
            <a:spLocks noGrp="1"/>
          </p:cNvSpPr>
          <p:nvPr>
            <p:ph type="dt" sz="half" idx="10"/>
          </p:nvPr>
        </p:nvSpPr>
        <p:spPr/>
        <p:txBody>
          <a:bodyPr/>
          <a:lstStyle/>
          <a:p>
            <a:fld id="{F193B657-73A1-4366-9C07-F5F969FF0C4E}" type="datetime1">
              <a:rPr lang="en-US" smtClean="0"/>
              <a:t>5/22/26</a:t>
            </a:fld>
            <a:endParaRPr lang="en-US"/>
          </a:p>
        </p:txBody>
      </p:sp>
      <p:sp>
        <p:nvSpPr>
          <p:cNvPr id="3" name="ตัวแทนท้ายกระดาษ 2">
            <a:extLst>
              <a:ext uri="{FF2B5EF4-FFF2-40B4-BE49-F238E27FC236}">
                <a16:creationId xmlns:a16="http://schemas.microsoft.com/office/drawing/2014/main" id="{EEA712CD-863D-4B66-8FD9-06A287648FA2}"/>
              </a:ext>
            </a:extLst>
          </p:cNvPr>
          <p:cNvSpPr>
            <a:spLocks noGrp="1"/>
          </p:cNvSpPr>
          <p:nvPr>
            <p:ph type="ftr" sz="quarter" idx="11"/>
          </p:nvPr>
        </p:nvSpPr>
        <p:spPr/>
        <p:txBody>
          <a:bodyPr/>
          <a:lstStyle/>
          <a:p>
            <a:endParaRPr lang="en-US"/>
          </a:p>
        </p:txBody>
      </p:sp>
      <p:sp>
        <p:nvSpPr>
          <p:cNvPr id="4" name="ตัวแทนหมายเลขสไลด์ 3">
            <a:extLst>
              <a:ext uri="{FF2B5EF4-FFF2-40B4-BE49-F238E27FC236}">
                <a16:creationId xmlns:a16="http://schemas.microsoft.com/office/drawing/2014/main" id="{2B456FFA-C103-4D21-A0FB-377F66DD8D6D}"/>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2111092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C257114-542B-491B-AA55-B8C885D015C3}"/>
              </a:ext>
            </a:extLst>
          </p:cNvPr>
          <p:cNvSpPr>
            <a:spLocks noGrp="1"/>
          </p:cNvSpPr>
          <p:nvPr>
            <p:ph type="title"/>
          </p:nvPr>
        </p:nvSpPr>
        <p:spPr>
          <a:xfrm>
            <a:off x="839788" y="457200"/>
            <a:ext cx="3932237" cy="1600200"/>
          </a:xfrm>
        </p:spPr>
        <p:txBody>
          <a:bodyPr anchor="b"/>
          <a:lstStyle>
            <a:lvl1pPr>
              <a:defRPr sz="3200"/>
            </a:lvl1pPr>
          </a:lstStyle>
          <a:p>
            <a:r>
              <a:rPr lang="th-TH"/>
              <a:t>คลิกเพื่อแก้ไขสไตล์ชื่อเรื่องต้นแบบ</a:t>
            </a:r>
            <a:endParaRPr lang="en-US"/>
          </a:p>
        </p:txBody>
      </p:sp>
      <p:sp>
        <p:nvSpPr>
          <p:cNvPr id="3" name="ตัวแทนเนื้อหา 2">
            <a:extLst>
              <a:ext uri="{FF2B5EF4-FFF2-40B4-BE49-F238E27FC236}">
                <a16:creationId xmlns:a16="http://schemas.microsoft.com/office/drawing/2014/main" id="{2B822B74-8C46-4066-A45C-6CCCAFEE9E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ข้อความ 3">
            <a:extLst>
              <a:ext uri="{FF2B5EF4-FFF2-40B4-BE49-F238E27FC236}">
                <a16:creationId xmlns:a16="http://schemas.microsoft.com/office/drawing/2014/main" id="{7392492F-503D-4A6D-8ECE-C19749223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วันที่ 4">
            <a:extLst>
              <a:ext uri="{FF2B5EF4-FFF2-40B4-BE49-F238E27FC236}">
                <a16:creationId xmlns:a16="http://schemas.microsoft.com/office/drawing/2014/main" id="{DE8B0360-AFD3-4CCC-ACDD-3E61AADF57A9}"/>
              </a:ext>
            </a:extLst>
          </p:cNvPr>
          <p:cNvSpPr>
            <a:spLocks noGrp="1"/>
          </p:cNvSpPr>
          <p:nvPr>
            <p:ph type="dt" sz="half" idx="10"/>
          </p:nvPr>
        </p:nvSpPr>
        <p:spPr/>
        <p:txBody>
          <a:bodyPr/>
          <a:lstStyle/>
          <a:p>
            <a:fld id="{8893A3EB-34CD-416E-B581-DF428BE97A85}" type="datetime1">
              <a:rPr lang="en-US" smtClean="0"/>
              <a:t>5/22/26</a:t>
            </a:fld>
            <a:endParaRPr lang="en-US"/>
          </a:p>
        </p:txBody>
      </p:sp>
      <p:sp>
        <p:nvSpPr>
          <p:cNvPr id="6" name="ตัวแทนท้ายกระดาษ 5">
            <a:extLst>
              <a:ext uri="{FF2B5EF4-FFF2-40B4-BE49-F238E27FC236}">
                <a16:creationId xmlns:a16="http://schemas.microsoft.com/office/drawing/2014/main" id="{52BB898E-8ED2-4F5C-8298-1193005A58C3}"/>
              </a:ext>
            </a:extLst>
          </p:cNvPr>
          <p:cNvSpPr>
            <a:spLocks noGrp="1"/>
          </p:cNvSpPr>
          <p:nvPr>
            <p:ph type="ftr" sz="quarter" idx="11"/>
          </p:nvPr>
        </p:nvSpPr>
        <p:spPr/>
        <p:txBody>
          <a:bodyPr/>
          <a:lstStyle/>
          <a:p>
            <a:endParaRPr lang="en-US"/>
          </a:p>
        </p:txBody>
      </p:sp>
      <p:sp>
        <p:nvSpPr>
          <p:cNvPr id="7" name="ตัวแทนหมายเลขสไลด์ 6">
            <a:extLst>
              <a:ext uri="{FF2B5EF4-FFF2-40B4-BE49-F238E27FC236}">
                <a16:creationId xmlns:a16="http://schemas.microsoft.com/office/drawing/2014/main" id="{E82F2152-5B99-45E7-B13F-741F2883B54C}"/>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178657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FCA87DA-D99E-4E05-8DD9-90170F24761D}"/>
              </a:ext>
            </a:extLst>
          </p:cNvPr>
          <p:cNvSpPr>
            <a:spLocks noGrp="1"/>
          </p:cNvSpPr>
          <p:nvPr>
            <p:ph type="title"/>
          </p:nvPr>
        </p:nvSpPr>
        <p:spPr>
          <a:xfrm>
            <a:off x="839788" y="457200"/>
            <a:ext cx="3932237" cy="1600200"/>
          </a:xfrm>
        </p:spPr>
        <p:txBody>
          <a:bodyPr anchor="b"/>
          <a:lstStyle>
            <a:lvl1pPr>
              <a:defRPr sz="3200"/>
            </a:lvl1pPr>
          </a:lstStyle>
          <a:p>
            <a:r>
              <a:rPr lang="th-TH"/>
              <a:t>คลิกเพื่อแก้ไขสไตล์ชื่อเรื่องต้นแบบ</a:t>
            </a:r>
            <a:endParaRPr lang="en-US"/>
          </a:p>
        </p:txBody>
      </p:sp>
      <p:sp>
        <p:nvSpPr>
          <p:cNvPr id="3" name="ตัวแทนรูปภาพ 2">
            <a:extLst>
              <a:ext uri="{FF2B5EF4-FFF2-40B4-BE49-F238E27FC236}">
                <a16:creationId xmlns:a16="http://schemas.microsoft.com/office/drawing/2014/main" id="{89C3B203-E406-46B1-A91C-60364C8AD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ตัวแทนข้อความ 3">
            <a:extLst>
              <a:ext uri="{FF2B5EF4-FFF2-40B4-BE49-F238E27FC236}">
                <a16:creationId xmlns:a16="http://schemas.microsoft.com/office/drawing/2014/main" id="{6E616F6E-0358-42E0-BFCB-064D0D085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วันที่ 4">
            <a:extLst>
              <a:ext uri="{FF2B5EF4-FFF2-40B4-BE49-F238E27FC236}">
                <a16:creationId xmlns:a16="http://schemas.microsoft.com/office/drawing/2014/main" id="{C3647600-1281-406D-B050-96C7A7AE75A0}"/>
              </a:ext>
            </a:extLst>
          </p:cNvPr>
          <p:cNvSpPr>
            <a:spLocks noGrp="1"/>
          </p:cNvSpPr>
          <p:nvPr>
            <p:ph type="dt" sz="half" idx="10"/>
          </p:nvPr>
        </p:nvSpPr>
        <p:spPr/>
        <p:txBody>
          <a:bodyPr/>
          <a:lstStyle/>
          <a:p>
            <a:fld id="{84588C3D-D6D0-49BD-AE80-D1E8EB2E7D95}" type="datetime1">
              <a:rPr lang="en-US" smtClean="0"/>
              <a:t>5/22/26</a:t>
            </a:fld>
            <a:endParaRPr lang="en-US"/>
          </a:p>
        </p:txBody>
      </p:sp>
      <p:sp>
        <p:nvSpPr>
          <p:cNvPr id="6" name="ตัวแทนท้ายกระดาษ 5">
            <a:extLst>
              <a:ext uri="{FF2B5EF4-FFF2-40B4-BE49-F238E27FC236}">
                <a16:creationId xmlns:a16="http://schemas.microsoft.com/office/drawing/2014/main" id="{B878AAB8-64B5-406C-8EBD-B8E703647638}"/>
              </a:ext>
            </a:extLst>
          </p:cNvPr>
          <p:cNvSpPr>
            <a:spLocks noGrp="1"/>
          </p:cNvSpPr>
          <p:nvPr>
            <p:ph type="ftr" sz="quarter" idx="11"/>
          </p:nvPr>
        </p:nvSpPr>
        <p:spPr/>
        <p:txBody>
          <a:bodyPr/>
          <a:lstStyle/>
          <a:p>
            <a:endParaRPr lang="en-US"/>
          </a:p>
        </p:txBody>
      </p:sp>
      <p:sp>
        <p:nvSpPr>
          <p:cNvPr id="7" name="ตัวแทนหมายเลขสไลด์ 6">
            <a:extLst>
              <a:ext uri="{FF2B5EF4-FFF2-40B4-BE49-F238E27FC236}">
                <a16:creationId xmlns:a16="http://schemas.microsoft.com/office/drawing/2014/main" id="{EB67D233-C8B8-4DC6-9469-9910E8C1A580}"/>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3134008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8C92E98D-4A7A-4458-94BE-44EA27426D44}"/>
              </a:ext>
            </a:extLst>
          </p:cNvPr>
          <p:cNvSpPr>
            <a:spLocks noGrp="1"/>
          </p:cNvSpPr>
          <p:nvPr>
            <p:ph type="title"/>
          </p:nvPr>
        </p:nvSpPr>
        <p:spPr/>
        <p:txBody>
          <a:bodyPr/>
          <a:lstStyle/>
          <a:p>
            <a:r>
              <a:rPr lang="th-TH"/>
              <a:t>คลิกเพื่อแก้ไขสไตล์ชื่อเรื่องต้นแบบ</a:t>
            </a:r>
            <a:endParaRPr lang="en-US"/>
          </a:p>
        </p:txBody>
      </p:sp>
      <p:sp>
        <p:nvSpPr>
          <p:cNvPr id="3" name="ตัวแทนข้อความแนวตั้ง 2">
            <a:extLst>
              <a:ext uri="{FF2B5EF4-FFF2-40B4-BE49-F238E27FC236}">
                <a16:creationId xmlns:a16="http://schemas.microsoft.com/office/drawing/2014/main" id="{FFA72C4C-7278-4F5E-AB50-8E276B2812D0}"/>
              </a:ext>
            </a:extLst>
          </p:cNvPr>
          <p:cNvSpPr>
            <a:spLocks noGrp="1"/>
          </p:cNvSpPr>
          <p:nvPr>
            <p:ph type="body" orient="vert" idx="1"/>
          </p:nvPr>
        </p:nvSpPr>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วันที่ 3">
            <a:extLst>
              <a:ext uri="{FF2B5EF4-FFF2-40B4-BE49-F238E27FC236}">
                <a16:creationId xmlns:a16="http://schemas.microsoft.com/office/drawing/2014/main" id="{8E5D9470-52AD-4CBF-B8CD-BE8AFFFB7561}"/>
              </a:ext>
            </a:extLst>
          </p:cNvPr>
          <p:cNvSpPr>
            <a:spLocks noGrp="1"/>
          </p:cNvSpPr>
          <p:nvPr>
            <p:ph type="dt" sz="half" idx="10"/>
          </p:nvPr>
        </p:nvSpPr>
        <p:spPr/>
        <p:txBody>
          <a:bodyPr/>
          <a:lstStyle/>
          <a:p>
            <a:fld id="{A457B84A-FB12-4046-89D4-1926233C36F1}"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8467C065-FCD6-4D24-88EB-2097BFFB5F50}"/>
              </a:ext>
            </a:extLst>
          </p:cNvPr>
          <p:cNvSpPr>
            <a:spLocks noGrp="1"/>
          </p:cNvSpPr>
          <p:nvPr>
            <p:ph type="ftr" sz="quarter" idx="11"/>
          </p:nvPr>
        </p:nvSpPr>
        <p:spPr/>
        <p:txBody>
          <a:bodyPr/>
          <a:lstStyle/>
          <a:p>
            <a:endParaRPr lang="en-US"/>
          </a:p>
        </p:txBody>
      </p:sp>
      <p:sp>
        <p:nvSpPr>
          <p:cNvPr id="6" name="ตัวแทนหมายเลขสไลด์ 5">
            <a:extLst>
              <a:ext uri="{FF2B5EF4-FFF2-40B4-BE49-F238E27FC236}">
                <a16:creationId xmlns:a16="http://schemas.microsoft.com/office/drawing/2014/main" id="{8E61BE05-6F09-4AF7-A5AE-148780CFD9AC}"/>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850325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11B32651-E548-4CB6-BAC9-2490E09B0C82}"/>
              </a:ext>
            </a:extLst>
          </p:cNvPr>
          <p:cNvSpPr>
            <a:spLocks noGrp="1"/>
          </p:cNvSpPr>
          <p:nvPr>
            <p:ph type="title" orient="vert"/>
          </p:nvPr>
        </p:nvSpPr>
        <p:spPr>
          <a:xfrm>
            <a:off x="8724900" y="365125"/>
            <a:ext cx="2628900" cy="5811838"/>
          </a:xfrm>
        </p:spPr>
        <p:txBody>
          <a:bodyPr vert="eaVert"/>
          <a:lstStyle/>
          <a:p>
            <a:r>
              <a:rPr lang="th-TH"/>
              <a:t>คลิกเพื่อแก้ไขสไตล์ชื่อเรื่องต้นแบบ</a:t>
            </a:r>
            <a:endParaRPr lang="en-US"/>
          </a:p>
        </p:txBody>
      </p:sp>
      <p:sp>
        <p:nvSpPr>
          <p:cNvPr id="3" name="ตัวแทนข้อความแนวตั้ง 2">
            <a:extLst>
              <a:ext uri="{FF2B5EF4-FFF2-40B4-BE49-F238E27FC236}">
                <a16:creationId xmlns:a16="http://schemas.microsoft.com/office/drawing/2014/main" id="{6CBF91F7-3919-4A40-AE86-3B397C57F7C8}"/>
              </a:ext>
            </a:extLst>
          </p:cNvPr>
          <p:cNvSpPr>
            <a:spLocks noGrp="1"/>
          </p:cNvSpPr>
          <p:nvPr>
            <p:ph type="body" orient="vert" idx="1"/>
          </p:nvPr>
        </p:nvSpPr>
        <p:spPr>
          <a:xfrm>
            <a:off x="838200" y="365125"/>
            <a:ext cx="7734300" cy="5811838"/>
          </a:xfr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วันที่ 3">
            <a:extLst>
              <a:ext uri="{FF2B5EF4-FFF2-40B4-BE49-F238E27FC236}">
                <a16:creationId xmlns:a16="http://schemas.microsoft.com/office/drawing/2014/main" id="{4CFF11E7-562E-458A-B53C-BEDB97723975}"/>
              </a:ext>
            </a:extLst>
          </p:cNvPr>
          <p:cNvSpPr>
            <a:spLocks noGrp="1"/>
          </p:cNvSpPr>
          <p:nvPr>
            <p:ph type="dt" sz="half" idx="10"/>
          </p:nvPr>
        </p:nvSpPr>
        <p:spPr/>
        <p:txBody>
          <a:bodyPr/>
          <a:lstStyle/>
          <a:p>
            <a:fld id="{275F5DE9-F8B0-4402-9A71-9071B5839D59}"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DDB6A244-53FF-451A-B44D-DB5D61C10774}"/>
              </a:ext>
            </a:extLst>
          </p:cNvPr>
          <p:cNvSpPr>
            <a:spLocks noGrp="1"/>
          </p:cNvSpPr>
          <p:nvPr>
            <p:ph type="ftr" sz="quarter" idx="11"/>
          </p:nvPr>
        </p:nvSpPr>
        <p:spPr/>
        <p:txBody>
          <a:bodyPr/>
          <a:lstStyle/>
          <a:p>
            <a:endParaRPr lang="en-US"/>
          </a:p>
        </p:txBody>
      </p:sp>
      <p:sp>
        <p:nvSpPr>
          <p:cNvPr id="6" name="ตัวแทนหมายเลขสไลด์ 5">
            <a:extLst>
              <a:ext uri="{FF2B5EF4-FFF2-40B4-BE49-F238E27FC236}">
                <a16:creationId xmlns:a16="http://schemas.microsoft.com/office/drawing/2014/main" id="{3B7FD465-8228-4C1D-A0DC-8FABA5C17970}"/>
              </a:ext>
            </a:extLst>
          </p:cNvPr>
          <p:cNvSpPr>
            <a:spLocks noGrp="1"/>
          </p:cNvSpPr>
          <p:nvPr>
            <p:ph type="sldNum" sz="quarter" idx="12"/>
          </p:nvPr>
        </p:nvSpPr>
        <p:spPr/>
        <p:txBody>
          <a:bodyPr/>
          <a:lstStyle/>
          <a:p>
            <a:fld id="{656F7D5A-B778-4B60-B92C-92F4DC3FA232}" type="slidenum">
              <a:rPr lang="en-US" smtClean="0"/>
              <a:t>‹#›</a:t>
            </a:fld>
            <a:endParaRPr lang="en-US"/>
          </a:p>
        </p:txBody>
      </p:sp>
    </p:spTree>
    <p:extLst>
      <p:ext uri="{BB962C8B-B14F-4D97-AF65-F5344CB8AC3E}">
        <p14:creationId xmlns:p14="http://schemas.microsoft.com/office/powerpoint/2010/main" val="1279412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ตัวแทนชื่อเรื่อง 1">
            <a:extLst>
              <a:ext uri="{FF2B5EF4-FFF2-40B4-BE49-F238E27FC236}">
                <a16:creationId xmlns:a16="http://schemas.microsoft.com/office/drawing/2014/main" id="{2D594630-A2D2-48B8-8942-46C1014142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h-TH"/>
              <a:t>คลิกเพื่อแก้ไขสไตล์ชื่อเรื่องต้นแบบ</a:t>
            </a:r>
            <a:endParaRPr lang="en-US"/>
          </a:p>
        </p:txBody>
      </p:sp>
      <p:sp>
        <p:nvSpPr>
          <p:cNvPr id="3" name="ตัวแทนข้อความ 2">
            <a:extLst>
              <a:ext uri="{FF2B5EF4-FFF2-40B4-BE49-F238E27FC236}">
                <a16:creationId xmlns:a16="http://schemas.microsoft.com/office/drawing/2014/main" id="{0845BF8C-1906-4D75-A199-A1F1F1818D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endParaRPr lang="en-US"/>
          </a:p>
        </p:txBody>
      </p:sp>
      <p:sp>
        <p:nvSpPr>
          <p:cNvPr id="4" name="ตัวแทนวันที่ 3">
            <a:extLst>
              <a:ext uri="{FF2B5EF4-FFF2-40B4-BE49-F238E27FC236}">
                <a16:creationId xmlns:a16="http://schemas.microsoft.com/office/drawing/2014/main" id="{51C8B9A0-532B-45F3-82FB-86B219C454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0692FB-0303-405E-B827-DDA130746166}" type="datetime1">
              <a:rPr lang="en-US" smtClean="0"/>
              <a:t>5/22/26</a:t>
            </a:fld>
            <a:endParaRPr lang="en-US"/>
          </a:p>
        </p:txBody>
      </p:sp>
      <p:sp>
        <p:nvSpPr>
          <p:cNvPr id="5" name="ตัวแทนท้ายกระดาษ 4">
            <a:extLst>
              <a:ext uri="{FF2B5EF4-FFF2-40B4-BE49-F238E27FC236}">
                <a16:creationId xmlns:a16="http://schemas.microsoft.com/office/drawing/2014/main" id="{B8377AA4-9BBD-4B7C-9D7F-F970BDB768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ตัวแทนหมายเลขสไลด์ 5">
            <a:extLst>
              <a:ext uri="{FF2B5EF4-FFF2-40B4-BE49-F238E27FC236}">
                <a16:creationId xmlns:a16="http://schemas.microsoft.com/office/drawing/2014/main" id="{E429DD87-F8CA-405A-860A-2FF785D53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6F7D5A-B778-4B60-B92C-92F4DC3FA232}" type="slidenum">
              <a:rPr lang="en-US" smtClean="0"/>
              <a:t>‹#›</a:t>
            </a:fld>
            <a:endParaRPr lang="en-US"/>
          </a:p>
        </p:txBody>
      </p:sp>
    </p:spTree>
    <p:extLst>
      <p:ext uri="{BB962C8B-B14F-4D97-AF65-F5344CB8AC3E}">
        <p14:creationId xmlns:p14="http://schemas.microsoft.com/office/powerpoint/2010/main" val="1927309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A8F00A59-D959-4C2A-922D-0991A0BD6271}"/>
              </a:ext>
            </a:extLst>
          </p:cNvPr>
          <p:cNvSpPr/>
          <p:nvPr/>
        </p:nvSpPr>
        <p:spPr>
          <a:xfrm>
            <a:off x="14107" y="0"/>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0B4B949D-351A-42CB-9AD8-D27C7A969C61}"/>
              </a:ext>
            </a:extLst>
          </p:cNvPr>
          <p:cNvSpPr txBox="1"/>
          <p:nvPr/>
        </p:nvSpPr>
        <p:spPr>
          <a:xfrm>
            <a:off x="267630" y="1"/>
            <a:ext cx="5121788"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Project Title &amp; Team</a:t>
            </a:r>
          </a:p>
        </p:txBody>
      </p:sp>
      <p:sp>
        <p:nvSpPr>
          <p:cNvPr id="8" name="กล่องข้อความ 7">
            <a:extLst>
              <a:ext uri="{FF2B5EF4-FFF2-40B4-BE49-F238E27FC236}">
                <a16:creationId xmlns:a16="http://schemas.microsoft.com/office/drawing/2014/main" id="{116EF6F4-D253-472F-A413-E1D1F02CDBE9}"/>
              </a:ext>
            </a:extLst>
          </p:cNvPr>
          <p:cNvSpPr txBox="1"/>
          <p:nvPr/>
        </p:nvSpPr>
        <p:spPr>
          <a:xfrm>
            <a:off x="300068" y="2263301"/>
            <a:ext cx="11591861" cy="1015663"/>
          </a:xfrm>
          <a:prstGeom prst="rect">
            <a:avLst/>
          </a:prstGeom>
          <a:noFill/>
        </p:spPr>
        <p:txBody>
          <a:bodyPr wrap="square" rtlCol="0">
            <a:spAutoFit/>
          </a:bodyPr>
          <a:lstStyle/>
          <a:p>
            <a:pPr algn="ctr"/>
            <a:r>
              <a:rPr lang="th-TH" sz="6000" b="1" dirty="0">
                <a:latin typeface="TH SarabunPSK" panose="020B0500040200020003" pitchFamily="34" charset="-34"/>
                <a:cs typeface="TH SarabunPSK" panose="020B0500040200020003" pitchFamily="34" charset="-34"/>
              </a:rPr>
              <a:t>.......................</a:t>
            </a:r>
            <a:r>
              <a:rPr lang="en-US" sz="6000" b="1" dirty="0">
                <a:latin typeface="TH SarabunPSK" panose="020B0500040200020003" pitchFamily="34" charset="-34"/>
                <a:cs typeface="TH SarabunPSK" panose="020B0500040200020003" pitchFamily="34" charset="-34"/>
              </a:rPr>
              <a:t>Name of Project</a:t>
            </a:r>
            <a:r>
              <a:rPr lang="th-TH" sz="6000" b="1" dirty="0">
                <a:latin typeface="TH SarabunPSK" panose="020B0500040200020003" pitchFamily="34" charset="-34"/>
                <a:cs typeface="TH SarabunPSK" panose="020B0500040200020003" pitchFamily="34" charset="-34"/>
              </a:rPr>
              <a:t> .......................</a:t>
            </a:r>
          </a:p>
        </p:txBody>
      </p:sp>
      <p:pic>
        <p:nvPicPr>
          <p:cNvPr id="1026" name="Picture 2" descr="ESCAP">
            <a:extLst>
              <a:ext uri="{FF2B5EF4-FFF2-40B4-BE49-F238E27FC236}">
                <a16:creationId xmlns:a16="http://schemas.microsoft.com/office/drawing/2014/main" id="{6C16745E-26A8-BBAD-240F-4AC460D60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F507510-FBC6-1FCF-DF1A-41D1242F95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13" name="กล่องข้อความ 7">
            <a:extLst>
              <a:ext uri="{FF2B5EF4-FFF2-40B4-BE49-F238E27FC236}">
                <a16:creationId xmlns:a16="http://schemas.microsoft.com/office/drawing/2014/main" id="{0DED2884-EAEA-0C2E-DF00-743F841AA3B7}"/>
              </a:ext>
            </a:extLst>
          </p:cNvPr>
          <p:cNvSpPr txBox="1"/>
          <p:nvPr/>
        </p:nvSpPr>
        <p:spPr>
          <a:xfrm>
            <a:off x="341260" y="3804553"/>
            <a:ext cx="11591861" cy="1015663"/>
          </a:xfrm>
          <a:prstGeom prst="rect">
            <a:avLst/>
          </a:prstGeom>
          <a:noFill/>
        </p:spPr>
        <p:txBody>
          <a:bodyPr wrap="square" rtlCol="0">
            <a:spAutoFit/>
          </a:bodyPr>
          <a:lstStyle/>
          <a:p>
            <a:pPr algn="ctr"/>
            <a:r>
              <a:rPr lang="th-TH" sz="6000" b="1" dirty="0">
                <a:latin typeface="TH SarabunPSK" panose="020B0500040200020003" pitchFamily="34" charset="-34"/>
                <a:cs typeface="TH SarabunPSK" panose="020B0500040200020003" pitchFamily="34" charset="-34"/>
              </a:rPr>
              <a:t>.......................</a:t>
            </a:r>
            <a:r>
              <a:rPr lang="en-US" sz="6000" b="1" dirty="0">
                <a:latin typeface="TH SarabunPSK" panose="020B0500040200020003" pitchFamily="34" charset="-34"/>
                <a:cs typeface="TH SarabunPSK" panose="020B0500040200020003" pitchFamily="34" charset="-34"/>
              </a:rPr>
              <a:t>Team members</a:t>
            </a:r>
            <a:r>
              <a:rPr lang="th-TH" sz="6000" b="1" dirty="0">
                <a:latin typeface="TH SarabunPSK" panose="020B0500040200020003" pitchFamily="34" charset="-34"/>
                <a:cs typeface="TH SarabunPSK" panose="020B0500040200020003" pitchFamily="34" charset="-34"/>
              </a:rPr>
              <a:t>.......................</a:t>
            </a:r>
          </a:p>
        </p:txBody>
      </p:sp>
    </p:spTree>
    <p:extLst>
      <p:ext uri="{BB962C8B-B14F-4D97-AF65-F5344CB8AC3E}">
        <p14:creationId xmlns:p14="http://schemas.microsoft.com/office/powerpoint/2010/main" val="3697040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F3DB7-F43B-5259-4288-0C3CBF4815C0}"/>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1F5F189F-F249-AD84-CEAB-A66A661C4307}"/>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47C40256-88D4-940D-B923-7C836059A1C5}"/>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Executive Summary</a:t>
            </a:r>
          </a:p>
        </p:txBody>
      </p:sp>
      <p:sp>
        <p:nvSpPr>
          <p:cNvPr id="10" name="กล่องข้อความ 9">
            <a:extLst>
              <a:ext uri="{FF2B5EF4-FFF2-40B4-BE49-F238E27FC236}">
                <a16:creationId xmlns:a16="http://schemas.microsoft.com/office/drawing/2014/main" id="{DA25DB50-287F-5A5A-12E2-755B8A5C02A1}"/>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Summarize in </a:t>
            </a:r>
            <a:r>
              <a:rPr lang="en-US" sz="3200" b="1" dirty="0"/>
              <a:t>one slide</a:t>
            </a:r>
            <a:r>
              <a:rPr lang="en-US" sz="3200" dirty="0"/>
              <a:t> what the team’s solution is, what problem it solves, what core technologies it uses, and why it fits </a:t>
            </a:r>
            <a:r>
              <a:rPr lang="en-US" sz="3200" b="1" dirty="0"/>
              <a:t>RDTII Pillars 6 &amp; 7</a:t>
            </a:r>
            <a:r>
              <a:rPr lang="en-US" sz="3200" dirty="0"/>
              <a:t> </a:t>
            </a:r>
            <a:endParaRPr lang="en-US" sz="3200" dirty="0">
              <a:latin typeface="TH SarabunPSK" panose="020B0500040200020003" pitchFamily="34" charset="-34"/>
              <a:cs typeface="TH SarabunPSK" panose="020B0500040200020003" pitchFamily="34" charset="-34"/>
            </a:endParaRPr>
          </a:p>
        </p:txBody>
      </p:sp>
      <p:pic>
        <p:nvPicPr>
          <p:cNvPr id="2" name="Picture 2" descr="ESCAP">
            <a:extLst>
              <a:ext uri="{FF2B5EF4-FFF2-40B4-BE49-F238E27FC236}">
                <a16:creationId xmlns:a16="http://schemas.microsoft.com/office/drawing/2014/main" id="{700BC893-2F8D-FE7A-B6F5-45333380F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CE2184C-095F-7756-19D8-D11CD2444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Tree>
    <p:extLst>
      <p:ext uri="{BB962C8B-B14F-4D97-AF65-F5344CB8AC3E}">
        <p14:creationId xmlns:p14="http://schemas.microsoft.com/office/powerpoint/2010/main" val="569467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1A8D90B4-8280-4A01-8134-F68367D2410E}"/>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CB84ADBD-1050-40ED-84A2-ECF271ECC33D}"/>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Problem Statement </a:t>
            </a:r>
          </a:p>
        </p:txBody>
      </p:sp>
      <p:sp>
        <p:nvSpPr>
          <p:cNvPr id="10" name="กล่องข้อความ 9">
            <a:extLst>
              <a:ext uri="{FF2B5EF4-FFF2-40B4-BE49-F238E27FC236}">
                <a16:creationId xmlns:a16="http://schemas.microsoft.com/office/drawing/2014/main" id="{24BE5E4B-7138-4E17-977A-0F0DB95C138C}"/>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Describe the regulatory challenge your project addresses. Explain why digital trade regulations are difficult to find, interpret, compare, or verify across countries and languages.</a:t>
            </a:r>
            <a:endParaRPr lang="en-US" sz="3200" dirty="0">
              <a:latin typeface="TH SarabunPSK" panose="020B0500040200020003" pitchFamily="34" charset="-34"/>
              <a:cs typeface="TH SarabunPSK" panose="020B0500040200020003" pitchFamily="34" charset="-34"/>
            </a:endParaRPr>
          </a:p>
        </p:txBody>
      </p:sp>
      <p:pic>
        <p:nvPicPr>
          <p:cNvPr id="2" name="Picture 2" descr="ESCAP">
            <a:extLst>
              <a:ext uri="{FF2B5EF4-FFF2-40B4-BE49-F238E27FC236}">
                <a16:creationId xmlns:a16="http://schemas.microsoft.com/office/drawing/2014/main" id="{C6496853-CC8E-56DF-2826-F9C6F6A64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21BA744-DDCD-43A9-9188-EFF3E0C42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Tree>
    <p:extLst>
      <p:ext uri="{BB962C8B-B14F-4D97-AF65-F5344CB8AC3E}">
        <p14:creationId xmlns:p14="http://schemas.microsoft.com/office/powerpoint/2010/main" val="1285311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D8871240-BCEF-43EE-ADC8-8DDC64503E18}"/>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ACD5FA2B-5948-413A-89FF-C72CA79DE6FB}"/>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Objective of the project </a:t>
            </a:r>
          </a:p>
        </p:txBody>
      </p:sp>
      <p:sp>
        <p:nvSpPr>
          <p:cNvPr id="10" name="กล่องข้อความ 9">
            <a:extLst>
              <a:ext uri="{FF2B5EF4-FFF2-40B4-BE49-F238E27FC236}">
                <a16:creationId xmlns:a16="http://schemas.microsoft.com/office/drawing/2014/main" id="{AD89E568-4D3C-4896-AC0C-C8DEE2D92E44}"/>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State the main goals of your system. Clearly explain what your tool is designed to accomplish, such as automated evidence discovery, legal text extraction, regulatory mapping, and citation verification.</a:t>
            </a:r>
            <a:endParaRPr lang="en-US" sz="3200" dirty="0">
              <a:latin typeface="TH SarabunPSK" panose="020B0500040200020003" pitchFamily="34" charset="-34"/>
              <a:cs typeface="TH SarabunPSK" panose="020B0500040200020003" pitchFamily="34" charset="-34"/>
            </a:endParaRPr>
          </a:p>
        </p:txBody>
      </p:sp>
      <p:pic>
        <p:nvPicPr>
          <p:cNvPr id="2" name="Picture 2" descr="ESCAP">
            <a:extLst>
              <a:ext uri="{FF2B5EF4-FFF2-40B4-BE49-F238E27FC236}">
                <a16:creationId xmlns:a16="http://schemas.microsoft.com/office/drawing/2014/main" id="{B0C19B23-C0C4-0841-3805-6992321FA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23B8C00-17D5-AC65-7278-7E40CFEA9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Tree>
    <p:extLst>
      <p:ext uri="{BB962C8B-B14F-4D97-AF65-F5344CB8AC3E}">
        <p14:creationId xmlns:p14="http://schemas.microsoft.com/office/powerpoint/2010/main" val="3134965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56E3-6D58-D6E5-D382-ABE80D9AFAF2}"/>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8A8672A0-BBE2-5CFD-8CAF-114A74281439}"/>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1E4D002A-8274-A8FC-090C-49FF9B181C00}"/>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System Architecture</a:t>
            </a:r>
            <a:r>
              <a:rPr lang="th-TH"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 </a:t>
            </a:r>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 System Overview</a:t>
            </a:r>
          </a:p>
        </p:txBody>
      </p:sp>
      <p:pic>
        <p:nvPicPr>
          <p:cNvPr id="2" name="Picture 2" descr="ESCAP">
            <a:extLst>
              <a:ext uri="{FF2B5EF4-FFF2-40B4-BE49-F238E27FC236}">
                <a16:creationId xmlns:a16="http://schemas.microsoft.com/office/drawing/2014/main" id="{572868B8-D730-07A1-568D-18B3145947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0D452AA-EDC7-763C-AA2B-4EE6823FC5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7" name="กล่องข้อความ 14">
            <a:extLst>
              <a:ext uri="{FF2B5EF4-FFF2-40B4-BE49-F238E27FC236}">
                <a16:creationId xmlns:a16="http://schemas.microsoft.com/office/drawing/2014/main" id="{16E63CDE-C238-007D-29C4-0158091A5169}"/>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Provide a high-level diagram showing the major components of your system and how data flows between them, from source websites and legal documents to AI processing and final outputs.</a:t>
            </a:r>
            <a:endParaRPr lang="th-TH" sz="3200" dirty="0">
              <a:latin typeface="TH SarabunPSK" panose="020B0500040200020003" pitchFamily="34" charset="-34"/>
              <a:cs typeface="TH SarabunPSK" panose="020B0500040200020003" pitchFamily="34" charset="-34"/>
            </a:endParaRPr>
          </a:p>
        </p:txBody>
      </p:sp>
    </p:spTree>
    <p:extLst>
      <p:ext uri="{BB962C8B-B14F-4D97-AF65-F5344CB8AC3E}">
        <p14:creationId xmlns:p14="http://schemas.microsoft.com/office/powerpoint/2010/main" val="1265554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3CD62DB8-010B-4630-B8BA-56036029380E}"/>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8331210F-E05E-4F77-AEE4-562C1A832D4C}"/>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Technology Solution / Innovative Feature</a:t>
            </a:r>
          </a:p>
        </p:txBody>
      </p:sp>
      <p:sp>
        <p:nvSpPr>
          <p:cNvPr id="10" name="กล่องข้อความ 9">
            <a:extLst>
              <a:ext uri="{FF2B5EF4-FFF2-40B4-BE49-F238E27FC236}">
                <a16:creationId xmlns:a16="http://schemas.microsoft.com/office/drawing/2014/main" id="{41C1872E-E155-4C59-8541-2673F6DE0CB6}"/>
              </a:ext>
            </a:extLst>
          </p:cNvPr>
          <p:cNvSpPr txBox="1"/>
          <p:nvPr/>
        </p:nvSpPr>
        <p:spPr>
          <a:xfrm>
            <a:off x="267630" y="1173080"/>
            <a:ext cx="11661134" cy="2554545"/>
          </a:xfrm>
          <a:prstGeom prst="rect">
            <a:avLst/>
          </a:prstGeom>
          <a:noFill/>
        </p:spPr>
        <p:txBody>
          <a:bodyPr wrap="square">
            <a:spAutoFit/>
          </a:bodyPr>
          <a:lstStyle/>
          <a:p>
            <a:pPr marL="457200" indent="-457200">
              <a:buFont typeface="Wingdings" panose="05000000000000000000" pitchFamily="2" charset="2"/>
              <a:buChar char="§"/>
            </a:pPr>
            <a:r>
              <a:rPr lang="en-US" sz="3200" dirty="0">
                <a:latin typeface="+mj-lt"/>
              </a:rPr>
              <a:t>Explain the core technologies used in your solution (e.g., AI, OCR, NLP, Retrieval-Augmented Generation, multilingual processing) and highlight the unique features that make your approach effective and innovative.</a:t>
            </a:r>
            <a:endParaRPr lang="en-US" sz="3200" dirty="0">
              <a:latin typeface="+mj-lt"/>
              <a:cs typeface="TH SarabunPSK" panose="020B0500040200020003" pitchFamily="34" charset="-34"/>
            </a:endParaRPr>
          </a:p>
          <a:p>
            <a:pPr marL="457200" indent="-457200">
              <a:buFont typeface="Wingdings" panose="05000000000000000000" pitchFamily="2" charset="2"/>
              <a:buChar char="§"/>
            </a:pPr>
            <a:r>
              <a:rPr lang="en-US" sz="3200" dirty="0">
                <a:latin typeface="+mj-lt"/>
                <a:cs typeface="TH SarabunPSK" panose="020B0500040200020003" pitchFamily="34" charset="-34"/>
              </a:rPr>
              <a:t>Explain all tech stack / frameworks / licensing compliance</a:t>
            </a:r>
            <a:endParaRPr lang="en-US" sz="3200" dirty="0">
              <a:latin typeface="+mj-lt"/>
            </a:endParaRPr>
          </a:p>
        </p:txBody>
      </p:sp>
      <p:pic>
        <p:nvPicPr>
          <p:cNvPr id="2" name="Picture 1">
            <a:extLst>
              <a:ext uri="{FF2B5EF4-FFF2-40B4-BE49-F238E27FC236}">
                <a16:creationId xmlns:a16="http://schemas.microsoft.com/office/drawing/2014/main" id="{2B23452D-353C-27CA-4155-60E28CDE98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pic>
        <p:nvPicPr>
          <p:cNvPr id="4" name="Picture 2" descr="ESCAP">
            <a:extLst>
              <a:ext uri="{FF2B5EF4-FFF2-40B4-BE49-F238E27FC236}">
                <a16:creationId xmlns:a16="http://schemas.microsoft.com/office/drawing/2014/main" id="{A0D2DD3D-1464-AC90-8CD7-86105B669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362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9CD8-FBA8-5C4C-E067-37E43A5456A3}"/>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A26D67CA-0A02-A8B0-5FC9-6476551401A2}"/>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DBCDC989-EEF5-66CA-63CB-EBA6B43CC3A6}"/>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Backend Logic</a:t>
            </a:r>
            <a:r>
              <a:rPr lang="th-TH"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 </a:t>
            </a:r>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(up to 2 slides) </a:t>
            </a:r>
          </a:p>
        </p:txBody>
      </p:sp>
      <p:pic>
        <p:nvPicPr>
          <p:cNvPr id="2" name="Picture 2" descr="ESCAP">
            <a:extLst>
              <a:ext uri="{FF2B5EF4-FFF2-40B4-BE49-F238E27FC236}">
                <a16:creationId xmlns:a16="http://schemas.microsoft.com/office/drawing/2014/main" id="{7EF09518-864D-42D8-1EBE-2B907C2F3A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61E02AD-8AF2-6B60-C7D9-1E5FC52E9D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4" name="กล่องข้อความ 14">
            <a:extLst>
              <a:ext uri="{FF2B5EF4-FFF2-40B4-BE49-F238E27FC236}">
                <a16:creationId xmlns:a16="http://schemas.microsoft.com/office/drawing/2014/main" id="{C782D9E2-2F96-98F2-08AE-B8DB81E2B291}"/>
              </a:ext>
            </a:extLst>
          </p:cNvPr>
          <p:cNvSpPr txBox="1"/>
          <p:nvPr/>
        </p:nvSpPr>
        <p:spPr>
          <a:xfrm>
            <a:off x="267630" y="1173080"/>
            <a:ext cx="11661134" cy="4524315"/>
          </a:xfrm>
          <a:prstGeom prst="rect">
            <a:avLst/>
          </a:prstGeom>
          <a:noFill/>
        </p:spPr>
        <p:txBody>
          <a:bodyPr wrap="square">
            <a:spAutoFit/>
          </a:bodyPr>
          <a:lstStyle/>
          <a:p>
            <a:pPr marL="457200" indent="-457200">
              <a:buFont typeface="Wingdings" panose="05000000000000000000" pitchFamily="2" charset="2"/>
              <a:buChar char="§"/>
            </a:pPr>
            <a:r>
              <a:rPr lang="en-US" sz="2400" dirty="0"/>
              <a:t>Describe the step-by-step workflow of your system. Explain how the system discovers documents, extracts text, retrieves relevant clauses, analyzes them, and generates evidence-based results with citations.</a:t>
            </a:r>
            <a:endParaRPr lang="th-TH" sz="2400" dirty="0"/>
          </a:p>
          <a:p>
            <a:pPr marL="457200" indent="-457200">
              <a:buFont typeface="Wingdings" panose="05000000000000000000" pitchFamily="2" charset="2"/>
              <a:buChar char="§"/>
            </a:pPr>
            <a:r>
              <a:rPr lang="en-US" sz="2400" dirty="0"/>
              <a:t>how the system identifies relevant sections of the law, what chunking strategy is used, whether retrieval is based on semantic search, keyword search, hybrid search, or other techniques, and how the system handles complex legal language.</a:t>
            </a:r>
            <a:endParaRPr lang="th-TH" sz="2400" dirty="0"/>
          </a:p>
          <a:p>
            <a:pPr marL="457200" indent="-457200">
              <a:buFont typeface="Wingdings" panose="05000000000000000000" pitchFamily="2" charset="2"/>
              <a:buChar char="§"/>
            </a:pPr>
            <a:r>
              <a:rPr lang="en-US" sz="2400" dirty="0"/>
              <a:t>how the extracted text is mapped to indicators in RDTII Pillars 6 &amp; 7, whether the system uses a classification model, rule-based approach, or LLM-based reasoning, and how it handles edge cases and ambiguous mappings.</a:t>
            </a:r>
            <a:endParaRPr lang="th-TH" sz="2400" dirty="0"/>
          </a:p>
          <a:p>
            <a:pPr marL="457200" indent="-457200">
              <a:buFont typeface="Wingdings" panose="05000000000000000000" pitchFamily="2" charset="2"/>
              <a:buChar char="§"/>
            </a:pPr>
            <a:r>
              <a:rPr lang="en-US" sz="2400" dirty="0"/>
              <a:t>Explain how the system guarantees that the extracted citation matches the original source </a:t>
            </a:r>
            <a:r>
              <a:rPr lang="en-US" sz="2400" b="1" dirty="0"/>
              <a:t>100%</a:t>
            </a:r>
            <a:r>
              <a:rPr lang="en-US" sz="2400" dirty="0"/>
              <a:t>, what mechanisms are used to prevent hallucination, and show an example input-output</a:t>
            </a:r>
            <a:endParaRPr lang="th-TH" sz="2400" dirty="0">
              <a:latin typeface="TH SarabunPSK" panose="020B0500040200020003" pitchFamily="34" charset="-34"/>
              <a:cs typeface="TH SarabunPSK" panose="020B0500040200020003" pitchFamily="34" charset="-34"/>
            </a:endParaRPr>
          </a:p>
        </p:txBody>
      </p:sp>
    </p:spTree>
    <p:extLst>
      <p:ext uri="{BB962C8B-B14F-4D97-AF65-F5344CB8AC3E}">
        <p14:creationId xmlns:p14="http://schemas.microsoft.com/office/powerpoint/2010/main" val="2825833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C5BE-05E2-DA3D-DCB8-1DD9C83D2B51}"/>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25D45CCD-38EA-7A82-DF51-86CD4452FF9C}"/>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4E14EF5A-32AA-B00F-6FB1-D15C494A3D5C}"/>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Evaluation Metrics / Performance</a:t>
            </a:r>
          </a:p>
        </p:txBody>
      </p:sp>
      <p:pic>
        <p:nvPicPr>
          <p:cNvPr id="2" name="Picture 2" descr="ESCAP">
            <a:extLst>
              <a:ext uri="{FF2B5EF4-FFF2-40B4-BE49-F238E27FC236}">
                <a16:creationId xmlns:a16="http://schemas.microsoft.com/office/drawing/2014/main" id="{D8C933E8-6AC4-4C34-646A-BC1A6B81B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27EF298-7D36-3A06-20E5-78B65E891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4" name="กล่องข้อความ 14">
            <a:extLst>
              <a:ext uri="{FF2B5EF4-FFF2-40B4-BE49-F238E27FC236}">
                <a16:creationId xmlns:a16="http://schemas.microsoft.com/office/drawing/2014/main" id="{DAD6BCEA-B2FA-1109-3F3E-19BC02FF3CA2}"/>
              </a:ext>
            </a:extLst>
          </p:cNvPr>
          <p:cNvSpPr txBox="1"/>
          <p:nvPr/>
        </p:nvSpPr>
        <p:spPr>
          <a:xfrm>
            <a:off x="267630" y="1173080"/>
            <a:ext cx="11661134" cy="2062103"/>
          </a:xfrm>
          <a:prstGeom prst="rect">
            <a:avLst/>
          </a:prstGeom>
          <a:noFill/>
        </p:spPr>
        <p:txBody>
          <a:bodyPr wrap="square">
            <a:spAutoFit/>
          </a:bodyPr>
          <a:lstStyle/>
          <a:p>
            <a:pPr marL="457200" indent="-457200">
              <a:buFont typeface="Wingdings" panose="05000000000000000000" pitchFamily="2" charset="2"/>
              <a:buChar char="§"/>
            </a:pPr>
            <a:r>
              <a:rPr lang="en-US" sz="3200" dirty="0"/>
              <a:t>Specify how you measure the performance of your solution. Examples include retrieval accuracy, citation precision, classification accuracy, response time, and multilingual robustness.</a:t>
            </a:r>
            <a:endParaRPr lang="th-TH" sz="3200" dirty="0"/>
          </a:p>
          <a:p>
            <a:pPr marL="457200" indent="-457200">
              <a:buFont typeface="Wingdings" panose="05000000000000000000" pitchFamily="2" charset="2"/>
              <a:buChar char="§"/>
            </a:pPr>
            <a:endParaRPr lang="th-TH" sz="3200" dirty="0">
              <a:latin typeface="TH SarabunPSK" panose="020B0500040200020003" pitchFamily="34" charset="-34"/>
              <a:cs typeface="TH SarabunPSK" panose="020B0500040200020003" pitchFamily="34" charset="-34"/>
            </a:endParaRPr>
          </a:p>
        </p:txBody>
      </p:sp>
    </p:spTree>
    <p:extLst>
      <p:ext uri="{BB962C8B-B14F-4D97-AF65-F5344CB8AC3E}">
        <p14:creationId xmlns:p14="http://schemas.microsoft.com/office/powerpoint/2010/main" val="184494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16A75-3DC4-9783-7827-E57059623FAC}"/>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F443E513-6DF6-A78E-A191-F74B3814323A}"/>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EE0548DD-9B03-9DC5-6BD0-9469BB216CB0}"/>
              </a:ext>
            </a:extLst>
          </p:cNvPr>
          <p:cNvSpPr txBox="1"/>
          <p:nvPr/>
        </p:nvSpPr>
        <p:spPr>
          <a:xfrm>
            <a:off x="267630" y="0"/>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Demo / Preview</a:t>
            </a:r>
          </a:p>
        </p:txBody>
      </p:sp>
      <p:pic>
        <p:nvPicPr>
          <p:cNvPr id="2" name="Picture 2" descr="ESCAP">
            <a:extLst>
              <a:ext uri="{FF2B5EF4-FFF2-40B4-BE49-F238E27FC236}">
                <a16:creationId xmlns:a16="http://schemas.microsoft.com/office/drawing/2014/main" id="{60BFCC14-E5CA-2623-50B2-8F992923C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38495ED-F9EF-4952-B777-F60339949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4" name="กล่องข้อความ 14">
            <a:extLst>
              <a:ext uri="{FF2B5EF4-FFF2-40B4-BE49-F238E27FC236}">
                <a16:creationId xmlns:a16="http://schemas.microsoft.com/office/drawing/2014/main" id="{8608AA62-9551-B658-01A7-474801722593}"/>
              </a:ext>
            </a:extLst>
          </p:cNvPr>
          <p:cNvSpPr txBox="1"/>
          <p:nvPr/>
        </p:nvSpPr>
        <p:spPr>
          <a:xfrm>
            <a:off x="267630" y="1173080"/>
            <a:ext cx="11661134" cy="584775"/>
          </a:xfrm>
          <a:prstGeom prst="rect">
            <a:avLst/>
          </a:prstGeom>
          <a:noFill/>
        </p:spPr>
        <p:txBody>
          <a:bodyPr wrap="square">
            <a:spAutoFit/>
          </a:bodyPr>
          <a:lstStyle/>
          <a:p>
            <a:pPr marL="457200" indent="-457200">
              <a:buFont typeface="Wingdings" panose="05000000000000000000" pitchFamily="2" charset="2"/>
              <a:buChar char="§"/>
            </a:pPr>
            <a:r>
              <a:rPr lang="en-US" sz="3200" dirty="0">
                <a:latin typeface="TH SarabunPSK" panose="020B0500040200020003" pitchFamily="34" charset="-34"/>
                <a:cs typeface="TH SarabunPSK" panose="020B0500040200020003" pitchFamily="34" charset="-34"/>
              </a:rPr>
              <a:t>Demo </a:t>
            </a:r>
            <a:endParaRPr lang="th-TH" sz="3200" dirty="0">
              <a:latin typeface="TH SarabunPSK" panose="020B0500040200020003" pitchFamily="34" charset="-34"/>
              <a:cs typeface="TH SarabunPSK" panose="020B0500040200020003" pitchFamily="34" charset="-34"/>
            </a:endParaRPr>
          </a:p>
        </p:txBody>
      </p:sp>
    </p:spTree>
    <p:extLst>
      <p:ext uri="{BB962C8B-B14F-4D97-AF65-F5344CB8AC3E}">
        <p14:creationId xmlns:p14="http://schemas.microsoft.com/office/powerpoint/2010/main" val="2557149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C41B-26DA-5541-87B8-C3551A307560}"/>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DE32825F-39F6-4333-1E8B-10C12076A5A2}"/>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FF5F9C8F-2175-0A08-3DC1-FDB9471FFFE9}"/>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Innovation and Competitive Advantage </a:t>
            </a:r>
          </a:p>
        </p:txBody>
      </p:sp>
      <p:pic>
        <p:nvPicPr>
          <p:cNvPr id="2" name="Picture 2" descr="ESCAP">
            <a:extLst>
              <a:ext uri="{FF2B5EF4-FFF2-40B4-BE49-F238E27FC236}">
                <a16:creationId xmlns:a16="http://schemas.microsoft.com/office/drawing/2014/main" id="{C3A5EA67-DE80-CE76-B0C9-69ACA540F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80D75AF-FABB-3B3F-69B8-9C826DBDA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4" name="กล่องข้อความ 14">
            <a:extLst>
              <a:ext uri="{FF2B5EF4-FFF2-40B4-BE49-F238E27FC236}">
                <a16:creationId xmlns:a16="http://schemas.microsoft.com/office/drawing/2014/main" id="{E1301C5C-83E9-62B2-2ED6-9017AF318868}"/>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Explain what differentiates your solution from existing tools or other teams’ approaches. Emphasize originality, transparency, legal reliability, adaptability, and practical usability.</a:t>
            </a:r>
            <a:endParaRPr lang="th-TH" sz="3200" dirty="0">
              <a:latin typeface="TH SarabunPSK" panose="020B0500040200020003" pitchFamily="34" charset="-34"/>
              <a:cs typeface="TH SarabunPSK" panose="020B0500040200020003" pitchFamily="34" charset="-34"/>
            </a:endParaRPr>
          </a:p>
        </p:txBody>
      </p:sp>
    </p:spTree>
    <p:extLst>
      <p:ext uri="{BB962C8B-B14F-4D97-AF65-F5344CB8AC3E}">
        <p14:creationId xmlns:p14="http://schemas.microsoft.com/office/powerpoint/2010/main" val="1035887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7201-1CBA-8922-D77F-C7D7A95F06CC}"/>
            </a:ext>
          </a:extLst>
        </p:cNvPr>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AD837C59-3CD1-93AE-859C-8157166EF68C}"/>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5CA6BFCC-5100-6357-8916-FCC9596EDF71}"/>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Scalability and Future Development </a:t>
            </a:r>
          </a:p>
        </p:txBody>
      </p:sp>
      <p:pic>
        <p:nvPicPr>
          <p:cNvPr id="2" name="Picture 2" descr="ESCAP">
            <a:extLst>
              <a:ext uri="{FF2B5EF4-FFF2-40B4-BE49-F238E27FC236}">
                <a16:creationId xmlns:a16="http://schemas.microsoft.com/office/drawing/2014/main" id="{BC483B30-2FE2-51BF-FED9-E61A27F79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DF49C53-C2F3-9371-1C8B-563652AD5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
        <p:nvSpPr>
          <p:cNvPr id="7" name="กล่องข้อความ 9">
            <a:extLst>
              <a:ext uri="{FF2B5EF4-FFF2-40B4-BE49-F238E27FC236}">
                <a16:creationId xmlns:a16="http://schemas.microsoft.com/office/drawing/2014/main" id="{D662573A-C367-E721-F224-9158F0F6CE95}"/>
              </a:ext>
            </a:extLst>
          </p:cNvPr>
          <p:cNvSpPr txBox="1"/>
          <p:nvPr/>
        </p:nvSpPr>
        <p:spPr>
          <a:xfrm>
            <a:off x="267630" y="1173080"/>
            <a:ext cx="11661134" cy="4524315"/>
          </a:xfrm>
          <a:prstGeom prst="rect">
            <a:avLst/>
          </a:prstGeom>
          <a:noFill/>
        </p:spPr>
        <p:txBody>
          <a:bodyPr wrap="square">
            <a:spAutoFit/>
          </a:bodyPr>
          <a:lstStyle/>
          <a:p>
            <a:pPr marL="457200" indent="-457200">
              <a:buFont typeface="Wingdings" panose="05000000000000000000" pitchFamily="2" charset="2"/>
              <a:buChar char="§"/>
            </a:pPr>
            <a:r>
              <a:rPr lang="en-US" sz="3200" dirty="0"/>
              <a:t>Describe how your solution can be expanded to support more countries, languages, regulatory domains, and real-time monitoring in future versions.</a:t>
            </a:r>
            <a:endParaRPr lang="th-TH" sz="3200" dirty="0"/>
          </a:p>
          <a:p>
            <a:pPr marL="457200" indent="-457200">
              <a:buFont typeface="Wingdings" panose="05000000000000000000" pitchFamily="2" charset="2"/>
              <a:buChar char="§"/>
            </a:pPr>
            <a:r>
              <a:rPr lang="en-US" sz="3200" b="1" dirty="0">
                <a:latin typeface="+mj-lt"/>
                <a:cs typeface="TH SarabunPSK" panose="020B0500040200020003" pitchFamily="34" charset="-34"/>
              </a:rPr>
              <a:t>Explain how the solution can create value for ESCAP, users, governments, businesses, or other stakeholders.</a:t>
            </a:r>
          </a:p>
          <a:p>
            <a:pPr marL="457200" indent="-457200">
              <a:buFont typeface="Wingdings" panose="05000000000000000000" pitchFamily="2" charset="2"/>
              <a:buChar char="§"/>
            </a:pPr>
            <a:r>
              <a:rPr lang="en-US" sz="3200" b="1" dirty="0">
                <a:latin typeface="+mj-lt"/>
                <a:cs typeface="TH SarabunPSK" panose="020B0500040200020003" pitchFamily="34" charset="-34"/>
              </a:rPr>
              <a:t>Identify the expected outcomes, such as improved access to information, faster decision-making, better policy insights, or reduced compliance burden.</a:t>
            </a:r>
          </a:p>
          <a:p>
            <a:pPr marL="457200" indent="-457200">
              <a:buFont typeface="Wingdings" panose="05000000000000000000" pitchFamily="2" charset="2"/>
              <a:buChar char="§"/>
            </a:pPr>
            <a:endParaRPr lang="th-TH" sz="3200" dirty="0"/>
          </a:p>
        </p:txBody>
      </p:sp>
    </p:spTree>
    <p:extLst>
      <p:ext uri="{BB962C8B-B14F-4D97-AF65-F5344CB8AC3E}">
        <p14:creationId xmlns:p14="http://schemas.microsoft.com/office/powerpoint/2010/main" val="2144152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สี่เหลี่ยมผืนผ้า 4">
            <a:extLst>
              <a:ext uri="{FF2B5EF4-FFF2-40B4-BE49-F238E27FC236}">
                <a16:creationId xmlns:a16="http://schemas.microsoft.com/office/drawing/2014/main" id="{90E056D4-60FC-4222-B292-B56A7F167617}"/>
              </a:ext>
            </a:extLst>
          </p:cNvPr>
          <p:cNvSpPr/>
          <p:nvPr/>
        </p:nvSpPr>
        <p:spPr>
          <a:xfrm>
            <a:off x="0" y="-1"/>
            <a:ext cx="12192000" cy="908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กล่องข้อความ 8">
            <a:extLst>
              <a:ext uri="{FF2B5EF4-FFF2-40B4-BE49-F238E27FC236}">
                <a16:creationId xmlns:a16="http://schemas.microsoft.com/office/drawing/2014/main" id="{D71A386D-ED7F-4EF4-9623-DEFF3D6D2995}"/>
              </a:ext>
            </a:extLst>
          </p:cNvPr>
          <p:cNvSpPr txBox="1"/>
          <p:nvPr/>
        </p:nvSpPr>
        <p:spPr>
          <a:xfrm>
            <a:off x="267630" y="1"/>
            <a:ext cx="8755762" cy="830997"/>
          </a:xfrm>
          <a:prstGeom prst="rect">
            <a:avLst/>
          </a:prstGeom>
          <a:noFill/>
        </p:spPr>
        <p:txBody>
          <a:bodyPr wrap="square" rtlCol="0">
            <a:spAutoFit/>
          </a:bodyPr>
          <a:lstStyle/>
          <a:p>
            <a:pPr defTabSz="1219170" latinLnBrk="1"/>
            <a:r>
              <a:rPr lang="en-US" sz="4800" b="1" dirty="0">
                <a:solidFill>
                  <a:srgbClr val="FFFFFF"/>
                </a:solidFill>
                <a:effectLst>
                  <a:outerShdw blurRad="38100" dist="38100" dir="2700000" algn="tl">
                    <a:srgbClr val="000000">
                      <a:alpha val="43137"/>
                    </a:srgbClr>
                  </a:outerShdw>
                </a:effectLst>
                <a:latin typeface="TH SarabunPSK" panose="020B0500040200020003" pitchFamily="34" charset="-34"/>
                <a:cs typeface="TH SarabunPSK" panose="020B0500040200020003" pitchFamily="34" charset="-34"/>
              </a:rPr>
              <a:t>Reference</a:t>
            </a:r>
          </a:p>
        </p:txBody>
      </p:sp>
      <p:sp>
        <p:nvSpPr>
          <p:cNvPr id="10" name="กล่องข้อความ 9">
            <a:extLst>
              <a:ext uri="{FF2B5EF4-FFF2-40B4-BE49-F238E27FC236}">
                <a16:creationId xmlns:a16="http://schemas.microsoft.com/office/drawing/2014/main" id="{B9EB87FC-E44A-446F-B4A7-CA99F9F817AC}"/>
              </a:ext>
            </a:extLst>
          </p:cNvPr>
          <p:cNvSpPr txBox="1"/>
          <p:nvPr/>
        </p:nvSpPr>
        <p:spPr>
          <a:xfrm>
            <a:off x="267630" y="1173080"/>
            <a:ext cx="11661134" cy="1569660"/>
          </a:xfrm>
          <a:prstGeom prst="rect">
            <a:avLst/>
          </a:prstGeom>
          <a:noFill/>
        </p:spPr>
        <p:txBody>
          <a:bodyPr wrap="square">
            <a:spAutoFit/>
          </a:bodyPr>
          <a:lstStyle/>
          <a:p>
            <a:pPr marL="457200" indent="-457200">
              <a:buFont typeface="Wingdings" panose="05000000000000000000" pitchFamily="2" charset="2"/>
              <a:buChar char="§"/>
            </a:pPr>
            <a:r>
              <a:rPr lang="en-US" sz="3200" dirty="0"/>
              <a:t>List the key references used to develop your solution, including technical papers, open-source libraries, legal data sources, and AI models. Include links where appropriate.</a:t>
            </a:r>
            <a:endParaRPr lang="en-US" sz="3200" dirty="0">
              <a:latin typeface="TH SarabunPSK" panose="020B0500040200020003" pitchFamily="34" charset="-34"/>
              <a:cs typeface="TH SarabunPSK" panose="020B0500040200020003" pitchFamily="34" charset="-34"/>
            </a:endParaRPr>
          </a:p>
        </p:txBody>
      </p:sp>
      <p:pic>
        <p:nvPicPr>
          <p:cNvPr id="3" name="Picture 2" descr="ESCAP">
            <a:extLst>
              <a:ext uri="{FF2B5EF4-FFF2-40B4-BE49-F238E27FC236}">
                <a16:creationId xmlns:a16="http://schemas.microsoft.com/office/drawing/2014/main" id="{2A0AF75C-352A-6DEF-4B5A-9644B1D19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227" y="92484"/>
            <a:ext cx="612250" cy="7561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78D2A79-7CA9-7B96-DB16-C2DAEB780A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95869" y="89029"/>
            <a:ext cx="637252" cy="716091"/>
          </a:xfrm>
          <a:prstGeom prst="rect">
            <a:avLst/>
          </a:prstGeom>
        </p:spPr>
      </p:pic>
    </p:spTree>
    <p:extLst>
      <p:ext uri="{BB962C8B-B14F-4D97-AF65-F5344CB8AC3E}">
        <p14:creationId xmlns:p14="http://schemas.microsoft.com/office/powerpoint/2010/main" val="3086320839"/>
      </p:ext>
    </p:extLst>
  </p:cSld>
  <p:clrMapOvr>
    <a:masterClrMapping/>
  </p:clrMapOvr>
</p:sld>
</file>

<file path=ppt/theme/theme1.xml><?xml version="1.0" encoding="utf-8"?>
<a:theme xmlns:a="http://schemas.openxmlformats.org/drawingml/2006/main" name="ธีมของ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ธีมของ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ธีมของ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E0ABE06-27A0-4D07-BBCA-A312A69BE00A}">
  <we:reference id="WA200010001" version="1.0.0.1" store="Omex" storeType="OMEX"/>
  <we:alternateReferences>
    <we:reference id="WA200010001" version="1.0.0.1" store="WA200010001" storeType="OMEX"/>
  </we:alternateReferences>
  <we:properties>
    <we:property name="claude.fileId" value="&quot;6fcc2839-dfb0-4c53-a936-f0965dce66d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7DF40CE84F9448848A7ADF81A02BB0" ma:contentTypeVersion="11" ma:contentTypeDescription="Create a new document." ma:contentTypeScope="" ma:versionID="6bf7cb8bb5dee9d9dc9feb0b76921c7a">
  <xsd:schema xmlns:xsd="http://www.w3.org/2001/XMLSchema" xmlns:xs="http://www.w3.org/2001/XMLSchema" xmlns:p="http://schemas.microsoft.com/office/2006/metadata/properties" xmlns:ns2="40f71647-aaf9-485f-9951-87a6ef1ea71f" xmlns:ns3="a6d6473f-9b02-4611-a44b-25c77eafe26e" targetNamespace="http://schemas.microsoft.com/office/2006/metadata/properties" ma:root="true" ma:fieldsID="4d461498044c902ac4bee44a07d01696" ns2:_="" ns3:_="">
    <xsd:import namespace="40f71647-aaf9-485f-9951-87a6ef1ea71f"/>
    <xsd:import namespace="a6d6473f-9b02-4611-a44b-25c77eafe2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f71647-aaf9-485f-9951-87a6ef1ea7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8175662-8596-484a-92c7-351d01561e2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d6473f-9b02-4611-a44b-25c77eafe26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e1c37a0-fcc6-4337-a680-c1c5a28abc32}" ma:internalName="TaxCatchAll" ma:showField="CatchAllData" ma:web="a6d6473f-9b02-4611-a44b-25c77eafe2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0f71647-aaf9-485f-9951-87a6ef1ea71f">
      <Terms xmlns="http://schemas.microsoft.com/office/infopath/2007/PartnerControls"/>
    </lcf76f155ced4ddcb4097134ff3c332f>
    <TaxCatchAll xmlns="a6d6473f-9b02-4611-a44b-25c77eafe26e" xsi:nil="true"/>
  </documentManagement>
</p:properties>
</file>

<file path=customXml/itemProps1.xml><?xml version="1.0" encoding="utf-8"?>
<ds:datastoreItem xmlns:ds="http://schemas.openxmlformats.org/officeDocument/2006/customXml" ds:itemID="{C51EF554-8D96-4EED-B859-86D968B42757}"/>
</file>

<file path=customXml/itemProps2.xml><?xml version="1.0" encoding="utf-8"?>
<ds:datastoreItem xmlns:ds="http://schemas.openxmlformats.org/officeDocument/2006/customXml" ds:itemID="{C5BFB354-B275-4CBC-9B56-24348C87F982}"/>
</file>

<file path=customXml/itemProps3.xml><?xml version="1.0" encoding="utf-8"?>
<ds:datastoreItem xmlns:ds="http://schemas.openxmlformats.org/officeDocument/2006/customXml" ds:itemID="{5EBD4388-04FC-41E3-9A60-25844A781534}"/>
</file>

<file path=docProps/app.xml><?xml version="1.0" encoding="utf-8"?>
<Properties xmlns="http://schemas.openxmlformats.org/officeDocument/2006/extended-properties" xmlns:vt="http://schemas.openxmlformats.org/officeDocument/2006/docPropsVTypes">
  <TotalTime>134</TotalTime>
  <Words>525</Words>
  <Application>Microsoft Macintosh PowerPoint</Application>
  <PresentationFormat>แบบจอกว้าง</PresentationFormat>
  <Paragraphs>31</Paragraphs>
  <Slides>12</Slides>
  <Notes>0</Notes>
  <HiddenSlides>0</HiddenSlides>
  <MMClips>0</MMClips>
  <ScaleCrop>false</ScaleCrop>
  <HeadingPairs>
    <vt:vector size="6" baseType="variant">
      <vt:variant>
        <vt:lpstr>ฟอนต์ที่ถูกใช้</vt:lpstr>
      </vt:variant>
      <vt:variant>
        <vt:i4>5</vt:i4>
      </vt:variant>
      <vt:variant>
        <vt:lpstr>ธีม</vt:lpstr>
      </vt:variant>
      <vt:variant>
        <vt:i4>1</vt:i4>
      </vt:variant>
      <vt:variant>
        <vt:lpstr>ชื่อเรื่องสไลด์</vt:lpstr>
      </vt:variant>
      <vt:variant>
        <vt:i4>12</vt:i4>
      </vt:variant>
    </vt:vector>
  </HeadingPairs>
  <TitlesOfParts>
    <vt:vector size="18" baseType="lpstr">
      <vt:lpstr>Arial</vt:lpstr>
      <vt:lpstr>Calibri</vt:lpstr>
      <vt:lpstr>Calibri Light</vt:lpstr>
      <vt:lpstr>TH SarabunPSK</vt:lpstr>
      <vt:lpstr>Wingdings</vt:lpstr>
      <vt:lpstr>ธีมของ Office</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ekkathat.p@gmail.com</dc:creator>
  <cp:lastModifiedBy>Panvalee Niyomkar</cp:lastModifiedBy>
  <cp:revision>31</cp:revision>
  <dcterms:created xsi:type="dcterms:W3CDTF">2020-12-21T06:51:19Z</dcterms:created>
  <dcterms:modified xsi:type="dcterms:W3CDTF">2026-05-22T05:13:09Z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0x010100347DF40CE84F9448848A7ADF81A02BB0</vt:lpwstr>
  </property>
  <property fmtid="{D5CDD505-2E9C-101B-9397-08002B2CF9AE}" pid="3" name="Order">
    <vt:r8>10714500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